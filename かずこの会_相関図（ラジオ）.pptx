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6" r:id="rId1"/>
  </p:sldMasterIdLst>
  <p:sldIdLst>
    <p:sldId id="257" r:id="rId2"/>
  </p:sldIdLst>
  <p:sldSz cx="18000663" cy="197627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78"/>
    <a:srgbClr val="FFFC00"/>
    <a:srgbClr val="D7BAF5"/>
    <a:srgbClr val="F9CBAD"/>
    <a:srgbClr val="6CF3CE"/>
    <a:srgbClr val="73FDD6"/>
    <a:srgbClr val="73FEFF"/>
    <a:srgbClr val="B4C7E7"/>
    <a:srgbClr val="CF9DF6"/>
    <a:srgbClr val="F8C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949"/>
  </p:normalViewPr>
  <p:slideViewPr>
    <p:cSldViewPr snapToGrid="0" snapToObjects="1">
      <p:cViewPr>
        <p:scale>
          <a:sx n="63" d="100"/>
          <a:sy n="63" d="100"/>
        </p:scale>
        <p:origin x="1976" y="-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3234328"/>
            <a:ext cx="15300564" cy="6880378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10380040"/>
            <a:ext cx="13500497" cy="4771431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ACE3-9A5B-934C-BE2B-F252BE28ECCB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6DCA-4669-FA46-A747-7CC8A5ADCC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6799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ACE3-9A5B-934C-BE2B-F252BE28ECCB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6DCA-4669-FA46-A747-7CC8A5ADCC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9762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4926979"/>
            <a:ext cx="15525572" cy="8220769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3225520"/>
            <a:ext cx="15525572" cy="4323108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/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75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ACE3-9A5B-934C-BE2B-F252BE28ECCB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6DCA-4669-FA46-A747-7CC8A5ADCC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9925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5260928"/>
            <a:ext cx="7650282" cy="1253930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5260928"/>
            <a:ext cx="7650282" cy="1253930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ACE3-9A5B-934C-BE2B-F252BE28ECCB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6DCA-4669-FA46-A747-7CC8A5ADCC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4572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052190"/>
            <a:ext cx="15525572" cy="381989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4844629"/>
            <a:ext cx="7615123" cy="23742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7218907"/>
            <a:ext cx="7615123" cy="106179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4844629"/>
            <a:ext cx="7652626" cy="23742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7218907"/>
            <a:ext cx="7652626" cy="106179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ACE3-9A5B-934C-BE2B-F252BE28ECCB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6DCA-4669-FA46-A747-7CC8A5ADCC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3113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ACE3-9A5B-934C-BE2B-F252BE28ECCB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6DCA-4669-FA46-A747-7CC8A5ADCC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1280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ACE3-9A5B-934C-BE2B-F252BE28ECCB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6DCA-4669-FA46-A747-7CC8A5ADCC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1369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317519"/>
            <a:ext cx="5805682" cy="4611317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845480"/>
            <a:ext cx="9112836" cy="14044389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928836"/>
            <a:ext cx="5805682" cy="10983903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ACE3-9A5B-934C-BE2B-F252BE28ECCB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6DCA-4669-FA46-A747-7CC8A5ADCC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649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317519"/>
            <a:ext cx="5805682" cy="4611317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845480"/>
            <a:ext cx="9112836" cy="14044389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928836"/>
            <a:ext cx="5805682" cy="10983903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ACE3-9A5B-934C-BE2B-F252BE28ECCB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6DCA-4669-FA46-A747-7CC8A5ADCC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4654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ACE3-9A5B-934C-BE2B-F252BE28ECCB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6DCA-4669-FA46-A747-7CC8A5ADCC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2145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1052186"/>
            <a:ext cx="3881393" cy="16748049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1052186"/>
            <a:ext cx="11419171" cy="1674804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ACE3-9A5B-934C-BE2B-F252BE28ECCB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6DCA-4669-FA46-A747-7CC8A5ADCC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2912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1052190"/>
            <a:ext cx="15525572" cy="3819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5260928"/>
            <a:ext cx="15525572" cy="12539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8317181"/>
            <a:ext cx="4050149" cy="10521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1ACE3-9A5B-934C-BE2B-F252BE28ECCB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8317181"/>
            <a:ext cx="6075224" cy="10521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8317181"/>
            <a:ext cx="4050149" cy="10521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66DCA-4669-FA46-A747-7CC8A5ADCC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01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kumimoji="1"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kumimoji="1"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吹き出し 4">
            <a:extLst>
              <a:ext uri="{FF2B5EF4-FFF2-40B4-BE49-F238E27FC236}">
                <a16:creationId xmlns:a16="http://schemas.microsoft.com/office/drawing/2014/main" id="{360DE7BC-6172-FBDA-534F-8C63378FBC13}"/>
              </a:ext>
            </a:extLst>
          </p:cNvPr>
          <p:cNvSpPr/>
          <p:nvPr/>
        </p:nvSpPr>
        <p:spPr>
          <a:xfrm>
            <a:off x="807992" y="2898208"/>
            <a:ext cx="3179726" cy="574510"/>
          </a:xfrm>
          <a:prstGeom prst="wedgeRoundRectCallout">
            <a:avLst>
              <a:gd name="adj1" fmla="val 63618"/>
              <a:gd name="adj2" fmla="val -4588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相手に寄り添う優しい内海さん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我が強い駒場さんが素敵</a:t>
            </a:r>
            <a:br>
              <a:rPr lang="en-US" altLang="ja-JP" sz="1400" dirty="0">
                <a:solidFill>
                  <a:sysClr val="windowText" lastClr="000000"/>
                </a:solidFill>
              </a:rPr>
            </a:br>
            <a:r>
              <a:rPr lang="ja-JP" altLang="en-US" sz="1400">
                <a:solidFill>
                  <a:sysClr val="windowText" lastClr="000000"/>
                </a:solidFill>
              </a:rPr>
              <a:t>自分の考えをしっかり持ってる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endParaRPr lang="ja-JP" altLang="en-US" sz="1400">
              <a:solidFill>
                <a:sysClr val="windowText" lastClr="000000"/>
              </a:solidFill>
            </a:endParaRPr>
          </a:p>
        </p:txBody>
      </p:sp>
      <p:sp>
        <p:nvSpPr>
          <p:cNvPr id="6" name="角丸四角形吹き出し 5">
            <a:extLst>
              <a:ext uri="{FF2B5EF4-FFF2-40B4-BE49-F238E27FC236}">
                <a16:creationId xmlns:a16="http://schemas.microsoft.com/office/drawing/2014/main" id="{4512F83E-E956-2CE5-88B9-598E8124C005}"/>
              </a:ext>
            </a:extLst>
          </p:cNvPr>
          <p:cNvSpPr/>
          <p:nvPr/>
        </p:nvSpPr>
        <p:spPr>
          <a:xfrm>
            <a:off x="11096182" y="1507812"/>
            <a:ext cx="1998798" cy="574510"/>
          </a:xfrm>
          <a:prstGeom prst="wedgeRoundRectCallout">
            <a:avLst>
              <a:gd name="adj1" fmla="val -74261"/>
              <a:gd name="adj2" fmla="val -11220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自分のような年だと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劇場に行きづらい</a:t>
            </a:r>
            <a:br>
              <a:rPr lang="en-US" altLang="ja-JP" sz="1400" dirty="0">
                <a:solidFill>
                  <a:sysClr val="windowText" lastClr="000000"/>
                </a:solidFill>
              </a:rPr>
            </a:br>
            <a:r>
              <a:rPr lang="ja-JP" altLang="en-US" sz="1400">
                <a:solidFill>
                  <a:sysClr val="windowText" lastClr="000000"/>
                </a:solidFill>
              </a:rPr>
              <a:t>大きくなりすぎて不安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会の名称や会長を募っていただければ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21" name="角丸四角形吹き出し 20">
            <a:extLst>
              <a:ext uri="{FF2B5EF4-FFF2-40B4-BE49-F238E27FC236}">
                <a16:creationId xmlns:a16="http://schemas.microsoft.com/office/drawing/2014/main" id="{8F1BA76F-EA33-D6EB-EBEA-D8DAB6B567F4}"/>
              </a:ext>
            </a:extLst>
          </p:cNvPr>
          <p:cNvSpPr/>
          <p:nvPr/>
        </p:nvSpPr>
        <p:spPr>
          <a:xfrm>
            <a:off x="11096193" y="2507122"/>
            <a:ext cx="5210773" cy="748721"/>
          </a:xfrm>
          <a:prstGeom prst="wedgeRoundRectCallout">
            <a:avLst>
              <a:gd name="adj1" fmla="val -59341"/>
              <a:gd name="adj2" fmla="val -13069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dirty="0">
                <a:solidFill>
                  <a:sysClr val="windowText" lastClr="000000"/>
                </a:solidFill>
              </a:rPr>
              <a:t>&gt;0001</a:t>
            </a:r>
            <a:r>
              <a:rPr lang="ja-JP" altLang="en-US" sz="1400">
                <a:solidFill>
                  <a:sysClr val="windowText" lastClr="000000"/>
                </a:solidFill>
              </a:rPr>
              <a:t>　</a:t>
            </a:r>
            <a:r>
              <a:rPr lang="en-US" altLang="ja-JP" sz="1400" dirty="0">
                <a:solidFill>
                  <a:sysClr val="windowText" lastClr="000000"/>
                </a:solidFill>
              </a:rPr>
              <a:t>&gt;0003</a:t>
            </a:r>
          </a:p>
          <a:p>
            <a:r>
              <a:rPr lang="ja-JP" altLang="en-US" sz="1400">
                <a:solidFill>
                  <a:sysClr val="windowText" lastClr="000000"/>
                </a:solidFill>
              </a:rPr>
              <a:t>二人と話したいが連絡先わからずボンカタにお便りしました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r>
              <a:rPr lang="ja-JP" altLang="en-US" sz="1400">
                <a:solidFill>
                  <a:sysClr val="windowText" lastClr="000000"/>
                </a:solidFill>
              </a:rPr>
              <a:t>一緒に劇場に行きましょう！</a:t>
            </a:r>
            <a:br>
              <a:rPr lang="en-US" altLang="ja-JP" sz="1400" dirty="0">
                <a:solidFill>
                  <a:sysClr val="windowText" lastClr="000000"/>
                </a:solidFill>
              </a:rPr>
            </a:br>
            <a:r>
              <a:rPr lang="ja-JP" altLang="en-US" sz="1400">
                <a:solidFill>
                  <a:sysClr val="windowText" lastClr="000000"/>
                </a:solidFill>
              </a:rPr>
              <a:t>会員証作りました！</a:t>
            </a:r>
            <a:br>
              <a:rPr lang="en-US" altLang="ja-JP" sz="1400" dirty="0">
                <a:solidFill>
                  <a:sysClr val="windowText" lastClr="000000"/>
                </a:solidFill>
              </a:rPr>
            </a:br>
            <a:r>
              <a:rPr lang="en-US" altLang="ja-JP" sz="1400" dirty="0">
                <a:solidFill>
                  <a:sysClr val="windowText" lastClr="000000"/>
                </a:solidFill>
              </a:rPr>
              <a:t>7/30</a:t>
            </a:r>
            <a:r>
              <a:rPr lang="ja-JP" altLang="en-US" sz="1400">
                <a:solidFill>
                  <a:sysClr val="windowText" lastClr="000000"/>
                </a:solidFill>
              </a:rPr>
              <a:t>のライブ、姉・母と３人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r>
              <a:rPr lang="ja-JP" altLang="en-US" sz="1400">
                <a:solidFill>
                  <a:sysClr val="windowText" lastClr="000000"/>
                </a:solidFill>
              </a:rPr>
              <a:t>横並びで行っていいですか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r>
              <a:rPr lang="ja-JP" altLang="en-US" sz="1400">
                <a:solidFill>
                  <a:sysClr val="windowText" lastClr="000000"/>
                </a:solidFill>
              </a:rPr>
              <a:t>旗も家紋も隠します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24" name="角丸四角形吹き出し 23">
            <a:extLst>
              <a:ext uri="{FF2B5EF4-FFF2-40B4-BE49-F238E27FC236}">
                <a16:creationId xmlns:a16="http://schemas.microsoft.com/office/drawing/2014/main" id="{BECC5D9A-7F87-8620-44B6-F17F35627A79}"/>
              </a:ext>
            </a:extLst>
          </p:cNvPr>
          <p:cNvSpPr/>
          <p:nvPr/>
        </p:nvSpPr>
        <p:spPr>
          <a:xfrm>
            <a:off x="11096193" y="3594443"/>
            <a:ext cx="2180289" cy="509791"/>
          </a:xfrm>
          <a:prstGeom prst="wedgeRoundRectCallout">
            <a:avLst>
              <a:gd name="adj1" fmla="val -70779"/>
              <a:gd name="adj2" fmla="val -9436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私も入れてください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27" name="角丸四角形吹き出し 26">
            <a:extLst>
              <a:ext uri="{FF2B5EF4-FFF2-40B4-BE49-F238E27FC236}">
                <a16:creationId xmlns:a16="http://schemas.microsoft.com/office/drawing/2014/main" id="{2BBC132B-DC55-262D-E988-A1C395A2282F}"/>
              </a:ext>
            </a:extLst>
          </p:cNvPr>
          <p:cNvSpPr/>
          <p:nvPr/>
        </p:nvSpPr>
        <p:spPr>
          <a:xfrm>
            <a:off x="11096193" y="5141572"/>
            <a:ext cx="3483375" cy="514714"/>
          </a:xfrm>
          <a:prstGeom prst="wedgeRoundRectCallout">
            <a:avLst>
              <a:gd name="adj1" fmla="val -62443"/>
              <a:gd name="adj2" fmla="val -15574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>
                <a:solidFill>
                  <a:sysClr val="windowText" lastClr="000000"/>
                </a:solidFill>
              </a:rPr>
              <a:t>お祝いの会費は一人</a:t>
            </a:r>
            <a:r>
              <a:rPr lang="en-US" altLang="ja-JP" sz="1400" dirty="0">
                <a:solidFill>
                  <a:sysClr val="windowText" lastClr="000000"/>
                </a:solidFill>
              </a:rPr>
              <a:t>2500</a:t>
            </a:r>
            <a:r>
              <a:rPr lang="ja-JP" altLang="en-US" sz="1400">
                <a:solidFill>
                  <a:sysClr val="windowText" lastClr="000000"/>
                </a:solidFill>
              </a:rPr>
              <a:t>円でいかが？</a:t>
            </a:r>
            <a:br>
              <a:rPr lang="en-US" altLang="ja-JP" sz="1400" dirty="0">
                <a:solidFill>
                  <a:sysClr val="windowText" lastClr="000000"/>
                </a:solidFill>
              </a:rPr>
            </a:br>
            <a:r>
              <a:rPr lang="ja-JP" altLang="en-US" sz="1400">
                <a:solidFill>
                  <a:sysClr val="windowText" lastClr="000000"/>
                </a:solidFill>
              </a:rPr>
              <a:t>文集作りましょう。</a:t>
            </a:r>
            <a:r>
              <a:rPr lang="en-US" altLang="ja-JP" sz="1400" dirty="0">
                <a:solidFill>
                  <a:sysClr val="windowText" lastClr="000000"/>
                </a:solidFill>
              </a:rPr>
              <a:t>400</a:t>
            </a:r>
            <a:r>
              <a:rPr lang="ja-JP" altLang="en-US" sz="1400">
                <a:solidFill>
                  <a:sysClr val="windowText" lastClr="000000"/>
                </a:solidFill>
              </a:rPr>
              <a:t>字</a:t>
            </a:r>
            <a:r>
              <a:rPr lang="en-US" altLang="ja-JP" sz="1400" dirty="0">
                <a:solidFill>
                  <a:sysClr val="windowText" lastClr="000000"/>
                </a:solidFill>
              </a:rPr>
              <a:t>×</a:t>
            </a:r>
            <a:r>
              <a:rPr lang="ja-JP" altLang="en-US" sz="1400">
                <a:solidFill>
                  <a:sysClr val="windowText" lastClr="000000"/>
                </a:solidFill>
              </a:rPr>
              <a:t>２枚まで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r>
              <a:rPr lang="en-US" altLang="ja-JP" sz="1400" dirty="0">
                <a:solidFill>
                  <a:sysClr val="windowText" lastClr="000000"/>
                </a:solidFill>
              </a:rPr>
              <a:t>&gt;</a:t>
            </a:r>
            <a:r>
              <a:rPr lang="ja-JP" altLang="en-US" sz="1400" b="1">
                <a:solidFill>
                  <a:sysClr val="windowText" lastClr="000000"/>
                </a:solidFill>
              </a:rPr>
              <a:t>内海</a:t>
            </a:r>
            <a:r>
              <a:rPr lang="ja-JP" altLang="en-US" sz="1400">
                <a:solidFill>
                  <a:sysClr val="windowText" lastClr="000000"/>
                </a:solidFill>
              </a:rPr>
              <a:t>　名前順に整理してください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29" name="角丸四角形吹き出し 28">
            <a:extLst>
              <a:ext uri="{FF2B5EF4-FFF2-40B4-BE49-F238E27FC236}">
                <a16:creationId xmlns:a16="http://schemas.microsoft.com/office/drawing/2014/main" id="{F1F7C862-3211-B771-542F-C9E424631C49}"/>
              </a:ext>
            </a:extLst>
          </p:cNvPr>
          <p:cNvSpPr/>
          <p:nvPr/>
        </p:nvSpPr>
        <p:spPr>
          <a:xfrm>
            <a:off x="735751" y="4365020"/>
            <a:ext cx="3246959" cy="523220"/>
          </a:xfrm>
          <a:prstGeom prst="wedgeRoundRectCallout">
            <a:avLst>
              <a:gd name="adj1" fmla="val 64269"/>
              <a:gd name="adj2" fmla="val -14714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ysClr val="windowText" lastClr="000000"/>
                </a:solidFill>
              </a:rPr>
              <a:t>&gt;0004</a:t>
            </a:r>
            <a:r>
              <a:rPr lang="ja-JP" altLang="en-US" sz="1400">
                <a:solidFill>
                  <a:sysClr val="windowText" lastClr="000000"/>
                </a:solidFill>
              </a:rPr>
              <a:t>　かずこ</a:t>
            </a:r>
            <a:r>
              <a:rPr lang="en-US" altLang="ja-JP" sz="1400" dirty="0">
                <a:solidFill>
                  <a:sysClr val="windowText" lastClr="000000"/>
                </a:solidFill>
              </a:rPr>
              <a:t>40</a:t>
            </a:r>
            <a:r>
              <a:rPr lang="ja-JP" altLang="en-US" sz="1400">
                <a:solidFill>
                  <a:sysClr val="windowText" lastClr="000000"/>
                </a:solidFill>
              </a:rPr>
              <a:t>代さんに同意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合言葉は「それでね、お爺さん」</a:t>
            </a:r>
          </a:p>
        </p:txBody>
      </p:sp>
      <p:sp>
        <p:nvSpPr>
          <p:cNvPr id="31" name="角丸四角形吹き出し 30">
            <a:extLst>
              <a:ext uri="{FF2B5EF4-FFF2-40B4-BE49-F238E27FC236}">
                <a16:creationId xmlns:a16="http://schemas.microsoft.com/office/drawing/2014/main" id="{82EE26EB-B630-9277-30C1-1000B5121890}"/>
              </a:ext>
            </a:extLst>
          </p:cNvPr>
          <p:cNvSpPr/>
          <p:nvPr/>
        </p:nvSpPr>
        <p:spPr>
          <a:xfrm>
            <a:off x="11096193" y="5899967"/>
            <a:ext cx="3483375" cy="518160"/>
          </a:xfrm>
          <a:prstGeom prst="wedgeRoundRectCallout">
            <a:avLst>
              <a:gd name="adj1" fmla="val -62923"/>
              <a:gd name="adj2" fmla="val -15142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滋賀から参加したい。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会費は</a:t>
            </a:r>
            <a:r>
              <a:rPr lang="en-US" altLang="ja-JP" sz="1400" dirty="0">
                <a:solidFill>
                  <a:sysClr val="windowText" lastClr="000000"/>
                </a:solidFill>
              </a:rPr>
              <a:t>2000</a:t>
            </a:r>
            <a:r>
              <a:rPr lang="ja-JP" altLang="en-US" sz="1400">
                <a:solidFill>
                  <a:sysClr val="windowText" lastClr="000000"/>
                </a:solidFill>
              </a:rPr>
              <a:t>円か</a:t>
            </a:r>
            <a:r>
              <a:rPr lang="en-US" altLang="ja-JP" sz="1400" dirty="0">
                <a:solidFill>
                  <a:sysClr val="windowText" lastClr="000000"/>
                </a:solidFill>
              </a:rPr>
              <a:t>3000</a:t>
            </a:r>
            <a:r>
              <a:rPr lang="ja-JP" altLang="en-US" sz="1400">
                <a:solidFill>
                  <a:sysClr val="windowText" lastClr="000000"/>
                </a:solidFill>
              </a:rPr>
              <a:t>円でいかが？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32" name="角丸四角形吹き出し 31">
            <a:extLst>
              <a:ext uri="{FF2B5EF4-FFF2-40B4-BE49-F238E27FC236}">
                <a16:creationId xmlns:a16="http://schemas.microsoft.com/office/drawing/2014/main" id="{3BEBFD45-2EAD-C18A-D83B-4CCC74DFC374}"/>
              </a:ext>
            </a:extLst>
          </p:cNvPr>
          <p:cNvSpPr/>
          <p:nvPr/>
        </p:nvSpPr>
        <p:spPr>
          <a:xfrm>
            <a:off x="717584" y="5110815"/>
            <a:ext cx="3265122" cy="523220"/>
          </a:xfrm>
          <a:prstGeom prst="wedgeRoundRectCallout">
            <a:avLst>
              <a:gd name="adj1" fmla="val 66904"/>
              <a:gd name="adj2" fmla="val -1202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かずこシートを設けてほしい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33" name="角丸四角形吹き出し 32">
            <a:extLst>
              <a:ext uri="{FF2B5EF4-FFF2-40B4-BE49-F238E27FC236}">
                <a16:creationId xmlns:a16="http://schemas.microsoft.com/office/drawing/2014/main" id="{D50A02CE-BBB3-7B46-3228-47AFB046F062}"/>
              </a:ext>
            </a:extLst>
          </p:cNvPr>
          <p:cNvSpPr/>
          <p:nvPr/>
        </p:nvSpPr>
        <p:spPr>
          <a:xfrm>
            <a:off x="747486" y="5874096"/>
            <a:ext cx="3235220" cy="507089"/>
          </a:xfrm>
          <a:prstGeom prst="wedgeRoundRectCallout">
            <a:avLst>
              <a:gd name="adj1" fmla="val 65502"/>
              <a:gd name="adj2" fmla="val -16728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かずこの残党です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34" name="角丸四角形吹き出し 33">
            <a:extLst>
              <a:ext uri="{FF2B5EF4-FFF2-40B4-BE49-F238E27FC236}">
                <a16:creationId xmlns:a16="http://schemas.microsoft.com/office/drawing/2014/main" id="{A75E90AE-A8E1-E2BF-D04C-8D5ECA1A69E0}"/>
              </a:ext>
            </a:extLst>
          </p:cNvPr>
          <p:cNvSpPr/>
          <p:nvPr/>
        </p:nvSpPr>
        <p:spPr>
          <a:xfrm>
            <a:off x="11572052" y="6650665"/>
            <a:ext cx="3008270" cy="474585"/>
          </a:xfrm>
          <a:prstGeom prst="wedgeRoundRectCallout">
            <a:avLst>
              <a:gd name="adj1" fmla="val -63672"/>
              <a:gd name="adj2" fmla="val -21280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チケットまとめて購入しますよ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35" name="角丸四角形吹き出し 34">
            <a:extLst>
              <a:ext uri="{FF2B5EF4-FFF2-40B4-BE49-F238E27FC236}">
                <a16:creationId xmlns:a16="http://schemas.microsoft.com/office/drawing/2014/main" id="{7DBB5BCE-E5A4-1325-ED35-3DF1A6438B60}"/>
              </a:ext>
            </a:extLst>
          </p:cNvPr>
          <p:cNvSpPr/>
          <p:nvPr/>
        </p:nvSpPr>
        <p:spPr>
          <a:xfrm>
            <a:off x="747486" y="6642698"/>
            <a:ext cx="3235220" cy="507089"/>
          </a:xfrm>
          <a:prstGeom prst="wedgeRoundRectCallout">
            <a:avLst>
              <a:gd name="adj1" fmla="val 67564"/>
              <a:gd name="adj2" fmla="val -14714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既婚者男性生産者と繋がりたい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39" name="角丸四角形吹き出し 38">
            <a:extLst>
              <a:ext uri="{FF2B5EF4-FFF2-40B4-BE49-F238E27FC236}">
                <a16:creationId xmlns:a16="http://schemas.microsoft.com/office/drawing/2014/main" id="{67A89739-47FC-1010-6FF9-237F39264A52}"/>
              </a:ext>
            </a:extLst>
          </p:cNvPr>
          <p:cNvSpPr/>
          <p:nvPr/>
        </p:nvSpPr>
        <p:spPr>
          <a:xfrm>
            <a:off x="717589" y="7406958"/>
            <a:ext cx="3265121" cy="514967"/>
          </a:xfrm>
          <a:prstGeom prst="wedgeRoundRectCallout">
            <a:avLst>
              <a:gd name="adj1" fmla="val 64269"/>
              <a:gd name="adj2" fmla="val -14714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千葉支部はマクド集合で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41" name="角丸四角形吹き出し 40">
            <a:extLst>
              <a:ext uri="{FF2B5EF4-FFF2-40B4-BE49-F238E27FC236}">
                <a16:creationId xmlns:a16="http://schemas.microsoft.com/office/drawing/2014/main" id="{B5142869-C6D8-0A22-FFEF-736C1E33309D}"/>
              </a:ext>
            </a:extLst>
          </p:cNvPr>
          <p:cNvSpPr/>
          <p:nvPr/>
        </p:nvSpPr>
        <p:spPr>
          <a:xfrm>
            <a:off x="11096193" y="7402886"/>
            <a:ext cx="3483375" cy="519496"/>
          </a:xfrm>
          <a:prstGeom prst="wedgeRoundRectCallout">
            <a:avLst>
              <a:gd name="adj1" fmla="val -66114"/>
              <a:gd name="adj2" fmla="val -15142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dirty="0">
                <a:solidFill>
                  <a:sysClr val="windowText" lastClr="000000"/>
                </a:solidFill>
              </a:rPr>
              <a:t>&gt;0009</a:t>
            </a:r>
            <a:r>
              <a:rPr lang="ja-JP" altLang="en-US" sz="1400">
                <a:solidFill>
                  <a:sysClr val="windowText" lastClr="000000"/>
                </a:solidFill>
              </a:rPr>
              <a:t>　私も滋賀から参加したい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r>
              <a:rPr lang="en-US" altLang="ja-JP" sz="1400" dirty="0">
                <a:solidFill>
                  <a:sysClr val="windowText" lastClr="000000"/>
                </a:solidFill>
              </a:rPr>
              <a:t>&gt;0012</a:t>
            </a:r>
            <a:r>
              <a:rPr lang="ja-JP" altLang="en-US" sz="1400">
                <a:solidFill>
                  <a:sysClr val="windowText" lastClr="000000"/>
                </a:solidFill>
              </a:rPr>
              <a:t>　伸びるボールペンで旗作ります</a:t>
            </a:r>
            <a:br>
              <a:rPr lang="en-US" altLang="ja-JP" sz="1400" dirty="0">
                <a:solidFill>
                  <a:sysClr val="windowText" lastClr="000000"/>
                </a:solidFill>
              </a:rPr>
            </a:br>
            <a:r>
              <a:rPr lang="ja-JP" altLang="en-US" sz="1400">
                <a:solidFill>
                  <a:sysClr val="windowText" lastClr="000000"/>
                </a:solidFill>
              </a:rPr>
              <a:t>旗作りました！</a:t>
            </a:r>
            <a:br>
              <a:rPr lang="en-US" altLang="ja-JP" sz="1400" dirty="0">
                <a:solidFill>
                  <a:sysClr val="windowText" lastClr="000000"/>
                </a:solidFill>
              </a:rPr>
            </a:br>
            <a:r>
              <a:rPr lang="en-US" altLang="ja-JP" sz="1400" dirty="0">
                <a:solidFill>
                  <a:sysClr val="windowText" lastClr="000000"/>
                </a:solidFill>
              </a:rPr>
              <a:t>7/30</a:t>
            </a:r>
            <a:r>
              <a:rPr lang="ja-JP" altLang="en-US" sz="1400">
                <a:solidFill>
                  <a:sysClr val="windowText" lastClr="000000"/>
                </a:solidFill>
              </a:rPr>
              <a:t>のチケット買いましたが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r>
              <a:rPr lang="ja-JP" altLang="en-US" sz="1400">
                <a:solidFill>
                  <a:sysClr val="windowText" lastClr="000000"/>
                </a:solidFill>
              </a:rPr>
              <a:t>歓迎されない口振りでした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r>
              <a:rPr lang="ja-JP" altLang="en-US" sz="1400">
                <a:solidFill>
                  <a:sysClr val="windowText" lastClr="000000"/>
                </a:solidFill>
              </a:rPr>
              <a:t>なるべく目立ちません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endParaRPr lang="en-US" altLang="ja-JP" sz="1400" dirty="0">
              <a:solidFill>
                <a:sysClr val="windowText" lastClr="000000"/>
              </a:solidFill>
            </a:endParaRPr>
          </a:p>
          <a:p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43" name="角丸四角形吹き出し 42">
            <a:extLst>
              <a:ext uri="{FF2B5EF4-FFF2-40B4-BE49-F238E27FC236}">
                <a16:creationId xmlns:a16="http://schemas.microsoft.com/office/drawing/2014/main" id="{3DAFB46E-D9B4-B992-7C29-423414D6A189}"/>
              </a:ext>
            </a:extLst>
          </p:cNvPr>
          <p:cNvSpPr/>
          <p:nvPr/>
        </p:nvSpPr>
        <p:spPr>
          <a:xfrm>
            <a:off x="12351248" y="8110009"/>
            <a:ext cx="2228298" cy="518161"/>
          </a:xfrm>
          <a:prstGeom prst="wedgeRoundRectCallout">
            <a:avLst>
              <a:gd name="adj1" fmla="val -67083"/>
              <a:gd name="adj2" fmla="val -15396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高知から両祖母連れて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いっていいですか？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" name="表 24">
            <a:extLst>
              <a:ext uri="{FF2B5EF4-FFF2-40B4-BE49-F238E27FC236}">
                <a16:creationId xmlns:a16="http://schemas.microsoft.com/office/drawing/2014/main" id="{19371B44-D59E-F025-48F3-4027A7D1C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046755"/>
              </p:ext>
            </p:extLst>
          </p:nvPr>
        </p:nvGraphicFramePr>
        <p:xfrm>
          <a:off x="7152769" y="1564162"/>
          <a:ext cx="326155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450">
                  <a:extLst>
                    <a:ext uri="{9D8B030D-6E8A-4147-A177-3AD203B41FA5}">
                      <a16:colId xmlns:a16="http://schemas.microsoft.com/office/drawing/2014/main" val="2261386132"/>
                    </a:ext>
                  </a:extLst>
                </a:gridCol>
                <a:gridCol w="2165100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0001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神戸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かずこ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 68</a:t>
                      </a:r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</a:p>
                  </a:txBody>
                  <a:tcPr marL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sp>
        <p:nvSpPr>
          <p:cNvPr id="45" name="角丸四角形吹き出し 44">
            <a:extLst>
              <a:ext uri="{FF2B5EF4-FFF2-40B4-BE49-F238E27FC236}">
                <a16:creationId xmlns:a16="http://schemas.microsoft.com/office/drawing/2014/main" id="{73EE3987-138C-DFE7-D947-178E416EC284}"/>
              </a:ext>
            </a:extLst>
          </p:cNvPr>
          <p:cNvSpPr/>
          <p:nvPr/>
        </p:nvSpPr>
        <p:spPr>
          <a:xfrm>
            <a:off x="11096171" y="8917982"/>
            <a:ext cx="3483374" cy="379038"/>
          </a:xfrm>
          <a:prstGeom prst="wedgeRoundRectCallout">
            <a:avLst>
              <a:gd name="adj1" fmla="val -64571"/>
              <a:gd name="adj2" fmla="val -1959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入会まだ間に合いますか？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47" name="角丸四角形吹き出し 46">
            <a:extLst>
              <a:ext uri="{FF2B5EF4-FFF2-40B4-BE49-F238E27FC236}">
                <a16:creationId xmlns:a16="http://schemas.microsoft.com/office/drawing/2014/main" id="{969B06EA-7EC6-A3F8-2B5B-4488400C9489}"/>
              </a:ext>
            </a:extLst>
          </p:cNvPr>
          <p:cNvSpPr/>
          <p:nvPr/>
        </p:nvSpPr>
        <p:spPr>
          <a:xfrm>
            <a:off x="730232" y="8175424"/>
            <a:ext cx="3252474" cy="523220"/>
          </a:xfrm>
          <a:prstGeom prst="wedgeRoundRectCallout">
            <a:avLst>
              <a:gd name="adj1" fmla="val 64269"/>
              <a:gd name="adj2" fmla="val -14714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「和」をモチーフに家紋作りました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63" name="表 24">
            <a:extLst>
              <a:ext uri="{FF2B5EF4-FFF2-40B4-BE49-F238E27FC236}">
                <a16:creationId xmlns:a16="http://schemas.microsoft.com/office/drawing/2014/main" id="{4C5788DB-07C9-7EAA-4E52-CED879369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84748"/>
              </p:ext>
            </p:extLst>
          </p:nvPr>
        </p:nvGraphicFramePr>
        <p:xfrm>
          <a:off x="8581553" y="2665359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0742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0004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大阪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かずこ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代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64" name="表 24">
            <a:extLst>
              <a:ext uri="{FF2B5EF4-FFF2-40B4-BE49-F238E27FC236}">
                <a16:creationId xmlns:a16="http://schemas.microsoft.com/office/drawing/2014/main" id="{41B283DD-D7AC-88F8-2096-FF7FC0D26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953360"/>
              </p:ext>
            </p:extLst>
          </p:nvPr>
        </p:nvGraphicFramePr>
        <p:xfrm>
          <a:off x="4626891" y="3587481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0003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海外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4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あやこ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43</a:t>
                      </a:r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65" name="表 24">
            <a:extLst>
              <a:ext uri="{FF2B5EF4-FFF2-40B4-BE49-F238E27FC236}">
                <a16:creationId xmlns:a16="http://schemas.microsoft.com/office/drawing/2014/main" id="{D01C7F22-91BB-04C2-449D-4D227A411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950363"/>
              </p:ext>
            </p:extLst>
          </p:nvPr>
        </p:nvGraphicFramePr>
        <p:xfrm>
          <a:off x="4606978" y="2931539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0002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滋賀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ともこ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51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66" name="表 24">
            <a:extLst>
              <a:ext uri="{FF2B5EF4-FFF2-40B4-BE49-F238E27FC236}">
                <a16:creationId xmlns:a16="http://schemas.microsoft.com/office/drawing/2014/main" id="{4A63D7BE-8D51-A894-50B4-4F7B4D1B8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408327"/>
              </p:ext>
            </p:extLst>
          </p:nvPr>
        </p:nvGraphicFramePr>
        <p:xfrm>
          <a:off x="8581553" y="3590551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0005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滋賀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かずこ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61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67" name="表 24">
            <a:extLst>
              <a:ext uri="{FF2B5EF4-FFF2-40B4-BE49-F238E27FC236}">
                <a16:creationId xmlns:a16="http://schemas.microsoft.com/office/drawing/2014/main" id="{2C03049B-4FD7-F17F-D8FE-455E886CD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641154"/>
              </p:ext>
            </p:extLst>
          </p:nvPr>
        </p:nvGraphicFramePr>
        <p:xfrm>
          <a:off x="4626891" y="4376699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0008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兵庫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なおこ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50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68" name="表 24">
            <a:extLst>
              <a:ext uri="{FF2B5EF4-FFF2-40B4-BE49-F238E27FC236}">
                <a16:creationId xmlns:a16="http://schemas.microsoft.com/office/drawing/2014/main" id="{503EFC54-F250-E7AB-77AB-C800A5EDB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32220"/>
              </p:ext>
            </p:extLst>
          </p:nvPr>
        </p:nvGraphicFramePr>
        <p:xfrm>
          <a:off x="8581553" y="4380080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0006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埼玉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B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まさみ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47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75" name="表 24">
            <a:extLst>
              <a:ext uri="{FF2B5EF4-FFF2-40B4-BE49-F238E27FC236}">
                <a16:creationId xmlns:a16="http://schemas.microsoft.com/office/drawing/2014/main" id="{5B1D2CCF-1552-88F1-BF54-521913070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568648"/>
              </p:ext>
            </p:extLst>
          </p:nvPr>
        </p:nvGraphicFramePr>
        <p:xfrm>
          <a:off x="8581553" y="8911463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0018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京都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けい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54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76" name="表 24">
            <a:extLst>
              <a:ext uri="{FF2B5EF4-FFF2-40B4-BE49-F238E27FC236}">
                <a16:creationId xmlns:a16="http://schemas.microsoft.com/office/drawing/2014/main" id="{EFB11F94-9FC0-DA7B-B9BE-B9B079EE3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456466"/>
              </p:ext>
            </p:extLst>
          </p:nvPr>
        </p:nvGraphicFramePr>
        <p:xfrm>
          <a:off x="4626891" y="8175250"/>
          <a:ext cx="321972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37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2562691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0017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オカンの名前は和子です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？歳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77" name="表 24">
            <a:extLst>
              <a:ext uri="{FF2B5EF4-FFF2-40B4-BE49-F238E27FC236}">
                <a16:creationId xmlns:a16="http://schemas.microsoft.com/office/drawing/2014/main" id="{B803FB21-70CD-8FAB-716D-12F3F86A2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537755"/>
              </p:ext>
            </p:extLst>
          </p:nvPr>
        </p:nvGraphicFramePr>
        <p:xfrm>
          <a:off x="4626891" y="7411313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0016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千葉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B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のぶえ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50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78" name="表 24">
            <a:extLst>
              <a:ext uri="{FF2B5EF4-FFF2-40B4-BE49-F238E27FC236}">
                <a16:creationId xmlns:a16="http://schemas.microsoft.com/office/drawing/2014/main" id="{A1E3640F-8BE8-23A9-81AB-C2F2B51CF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542504"/>
              </p:ext>
            </p:extLst>
          </p:nvPr>
        </p:nvGraphicFramePr>
        <p:xfrm>
          <a:off x="4626891" y="6651246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0013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兵庫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ひで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代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79" name="表 24">
            <a:extLst>
              <a:ext uri="{FF2B5EF4-FFF2-40B4-BE49-F238E27FC236}">
                <a16:creationId xmlns:a16="http://schemas.microsoft.com/office/drawing/2014/main" id="{9C34D117-C77F-F89B-5142-22BE9068C4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646220"/>
              </p:ext>
            </p:extLst>
          </p:nvPr>
        </p:nvGraphicFramePr>
        <p:xfrm>
          <a:off x="4626891" y="5885615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0011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かずこ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38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80" name="表 24">
            <a:extLst>
              <a:ext uri="{FF2B5EF4-FFF2-40B4-BE49-F238E27FC236}">
                <a16:creationId xmlns:a16="http://schemas.microsoft.com/office/drawing/2014/main" id="{2B547B3B-9932-F25D-5520-7C43F7E85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052473"/>
              </p:ext>
            </p:extLst>
          </p:nvPr>
        </p:nvGraphicFramePr>
        <p:xfrm>
          <a:off x="4626891" y="5127446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0010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神戸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かずよ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57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81" name="表 24">
            <a:extLst>
              <a:ext uri="{FF2B5EF4-FFF2-40B4-BE49-F238E27FC236}">
                <a16:creationId xmlns:a16="http://schemas.microsoft.com/office/drawing/2014/main" id="{052590D2-4276-376F-CA95-E213A192D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180089"/>
              </p:ext>
            </p:extLst>
          </p:nvPr>
        </p:nvGraphicFramePr>
        <p:xfrm>
          <a:off x="8596592" y="8134835"/>
          <a:ext cx="320458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24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2546258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0015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高知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みえこ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89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歳・かずこ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90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歳の孫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82" name="表 24">
            <a:extLst>
              <a:ext uri="{FF2B5EF4-FFF2-40B4-BE49-F238E27FC236}">
                <a16:creationId xmlns:a16="http://schemas.microsoft.com/office/drawing/2014/main" id="{8FC6F648-0F99-1E9A-0297-C4127B7AF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308579"/>
              </p:ext>
            </p:extLst>
          </p:nvPr>
        </p:nvGraphicFramePr>
        <p:xfrm>
          <a:off x="8581553" y="7406433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0014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滋賀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まきこ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57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83" name="表 24">
            <a:extLst>
              <a:ext uri="{FF2B5EF4-FFF2-40B4-BE49-F238E27FC236}">
                <a16:creationId xmlns:a16="http://schemas.microsoft.com/office/drawing/2014/main" id="{651B921B-BD70-A822-580B-EDC2F963F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546718"/>
              </p:ext>
            </p:extLst>
          </p:nvPr>
        </p:nvGraphicFramePr>
        <p:xfrm>
          <a:off x="8581572" y="6649534"/>
          <a:ext cx="2386659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210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721449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0012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兵庫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かずこ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67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歳の孫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21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84" name="表 24">
            <a:extLst>
              <a:ext uri="{FF2B5EF4-FFF2-40B4-BE49-F238E27FC236}">
                <a16:creationId xmlns:a16="http://schemas.microsoft.com/office/drawing/2014/main" id="{E961CE39-95F7-72D5-2B31-38611302E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471610"/>
              </p:ext>
            </p:extLst>
          </p:nvPr>
        </p:nvGraphicFramePr>
        <p:xfrm>
          <a:off x="8581553" y="5884564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0009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滋賀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しげこ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67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85" name="表 24">
            <a:extLst>
              <a:ext uri="{FF2B5EF4-FFF2-40B4-BE49-F238E27FC236}">
                <a16:creationId xmlns:a16="http://schemas.microsoft.com/office/drawing/2014/main" id="{7E927F52-55D9-4270-3DBE-0E245E7D9B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260825"/>
              </p:ext>
            </p:extLst>
          </p:nvPr>
        </p:nvGraphicFramePr>
        <p:xfrm>
          <a:off x="8581553" y="5139849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0007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奈良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よしこ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53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sp>
        <p:nvSpPr>
          <p:cNvPr id="90" name="角丸四角形吹き出し 89">
            <a:extLst>
              <a:ext uri="{FF2B5EF4-FFF2-40B4-BE49-F238E27FC236}">
                <a16:creationId xmlns:a16="http://schemas.microsoft.com/office/drawing/2014/main" id="{3DCB96C2-1CB7-A1E1-7F74-50BD041927A9}"/>
              </a:ext>
            </a:extLst>
          </p:cNvPr>
          <p:cNvSpPr/>
          <p:nvPr/>
        </p:nvSpPr>
        <p:spPr>
          <a:xfrm>
            <a:off x="11096193" y="4363370"/>
            <a:ext cx="2180289" cy="509791"/>
          </a:xfrm>
          <a:prstGeom prst="wedgeRoundRectCallout">
            <a:avLst>
              <a:gd name="adj1" fmla="val -70779"/>
              <a:gd name="adj2" fmla="val -9436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私も入れてください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111" name="角丸四角形吹き出し 110">
            <a:extLst>
              <a:ext uri="{FF2B5EF4-FFF2-40B4-BE49-F238E27FC236}">
                <a16:creationId xmlns:a16="http://schemas.microsoft.com/office/drawing/2014/main" id="{8E5E0A53-E28A-08CE-1C58-8690C68714C9}"/>
              </a:ext>
            </a:extLst>
          </p:cNvPr>
          <p:cNvSpPr/>
          <p:nvPr/>
        </p:nvSpPr>
        <p:spPr>
          <a:xfrm>
            <a:off x="775560" y="3586815"/>
            <a:ext cx="3207146" cy="523220"/>
          </a:xfrm>
          <a:prstGeom prst="wedgeRoundRectCallout">
            <a:avLst>
              <a:gd name="adj1" fmla="val 64668"/>
              <a:gd name="adj2" fmla="val -2230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実は海外在住です。</a:t>
            </a:r>
            <a:r>
              <a:rPr lang="ja-JP" altLang="en-US" sz="1400" b="1">
                <a:solidFill>
                  <a:sysClr val="windowText" lastClr="000000"/>
                </a:solidFill>
              </a:rPr>
              <a:t>内海</a:t>
            </a:r>
            <a:r>
              <a:rPr lang="ja-JP" altLang="en-US" sz="1400">
                <a:solidFill>
                  <a:sysClr val="windowText" lastClr="000000"/>
                </a:solidFill>
              </a:rPr>
              <a:t>そっくりの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可愛らしい店員さんがいます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13" name="表 24">
            <a:extLst>
              <a:ext uri="{FF2B5EF4-FFF2-40B4-BE49-F238E27FC236}">
                <a16:creationId xmlns:a16="http://schemas.microsoft.com/office/drawing/2014/main" id="{02AD28F2-018A-3DE9-4EB8-AF8B4305D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111052"/>
              </p:ext>
            </p:extLst>
          </p:nvPr>
        </p:nvGraphicFramePr>
        <p:xfrm>
          <a:off x="4626891" y="8933419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0019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パリ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4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ゆか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52</a:t>
                      </a:r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sp>
        <p:nvSpPr>
          <p:cNvPr id="114" name="角丸四角形吹き出し 113">
            <a:extLst>
              <a:ext uri="{FF2B5EF4-FFF2-40B4-BE49-F238E27FC236}">
                <a16:creationId xmlns:a16="http://schemas.microsoft.com/office/drawing/2014/main" id="{5FB95208-6187-1078-1A24-857F4A01E8AC}"/>
              </a:ext>
            </a:extLst>
          </p:cNvPr>
          <p:cNvSpPr/>
          <p:nvPr/>
        </p:nvSpPr>
        <p:spPr>
          <a:xfrm>
            <a:off x="757406" y="8932753"/>
            <a:ext cx="3225300" cy="523220"/>
          </a:xfrm>
          <a:prstGeom prst="wedgeRoundRectCallout">
            <a:avLst>
              <a:gd name="adj1" fmla="val 64668"/>
              <a:gd name="adj2" fmla="val -2230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ysClr val="windowText" lastClr="000000"/>
                </a:solidFill>
              </a:rPr>
              <a:t>1</a:t>
            </a:r>
            <a:r>
              <a:rPr lang="ja-JP" altLang="en-US" sz="1400">
                <a:solidFill>
                  <a:sysClr val="windowText" lastClr="000000"/>
                </a:solidFill>
              </a:rPr>
              <a:t>回目から聞いています。帰国したら皆さんと一緒に劇場に行きたい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117" name="角丸四角形吹き出し 116">
            <a:extLst>
              <a:ext uri="{FF2B5EF4-FFF2-40B4-BE49-F238E27FC236}">
                <a16:creationId xmlns:a16="http://schemas.microsoft.com/office/drawing/2014/main" id="{1C68BD06-D3AC-6F34-851F-4B93A4DCC07C}"/>
              </a:ext>
            </a:extLst>
          </p:cNvPr>
          <p:cNvSpPr/>
          <p:nvPr/>
        </p:nvSpPr>
        <p:spPr>
          <a:xfrm>
            <a:off x="11096171" y="9660405"/>
            <a:ext cx="3483374" cy="379038"/>
          </a:xfrm>
          <a:prstGeom prst="wedgeRoundRectCallout">
            <a:avLst>
              <a:gd name="adj1" fmla="val -64571"/>
              <a:gd name="adj2" fmla="val -1959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難波詳しいのでご案内いたします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18" name="表 24">
            <a:extLst>
              <a:ext uri="{FF2B5EF4-FFF2-40B4-BE49-F238E27FC236}">
                <a16:creationId xmlns:a16="http://schemas.microsoft.com/office/drawing/2014/main" id="{5E6336BF-FF4C-1370-A013-5A07DD723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298268"/>
              </p:ext>
            </p:extLst>
          </p:nvPr>
        </p:nvGraphicFramePr>
        <p:xfrm>
          <a:off x="8581553" y="9664417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0021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上本町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くみこ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55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sp>
        <p:nvSpPr>
          <p:cNvPr id="120" name="角丸四角形吹き出し 119">
            <a:extLst>
              <a:ext uri="{FF2B5EF4-FFF2-40B4-BE49-F238E27FC236}">
                <a16:creationId xmlns:a16="http://schemas.microsoft.com/office/drawing/2014/main" id="{EB2FAA84-8554-7986-8CD9-2432A7874CE1}"/>
              </a:ext>
            </a:extLst>
          </p:cNvPr>
          <p:cNvSpPr/>
          <p:nvPr/>
        </p:nvSpPr>
        <p:spPr>
          <a:xfrm>
            <a:off x="775219" y="9718649"/>
            <a:ext cx="3207491" cy="523220"/>
          </a:xfrm>
          <a:prstGeom prst="wedgeRoundRectCallout">
            <a:avLst>
              <a:gd name="adj1" fmla="val 64668"/>
              <a:gd name="adj2" fmla="val -2230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毎朝新聞の番組欄を見て真っ先に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ミルクボーイの名前を探します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24" name="表 24">
            <a:extLst>
              <a:ext uri="{FF2B5EF4-FFF2-40B4-BE49-F238E27FC236}">
                <a16:creationId xmlns:a16="http://schemas.microsoft.com/office/drawing/2014/main" id="{29520A07-27BA-B23B-FC08-B6A2AEA67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77182"/>
              </p:ext>
            </p:extLst>
          </p:nvPr>
        </p:nvGraphicFramePr>
        <p:xfrm>
          <a:off x="4626895" y="9722014"/>
          <a:ext cx="2130969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980">
                  <a:extLst>
                    <a:ext uri="{9D8B030D-6E8A-4147-A177-3AD203B41FA5}">
                      <a16:colId xmlns:a16="http://schemas.microsoft.com/office/drawing/2014/main" val="2261386132"/>
                    </a:ext>
                  </a:extLst>
                </a:gridCol>
                <a:gridCol w="1461989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0020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西脇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しま子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91</a:t>
                      </a:r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</a:p>
                  </a:txBody>
                  <a:tcPr marL="0" marR="14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135" name="表 24">
            <a:extLst>
              <a:ext uri="{FF2B5EF4-FFF2-40B4-BE49-F238E27FC236}">
                <a16:creationId xmlns:a16="http://schemas.microsoft.com/office/drawing/2014/main" id="{07C0DD5F-F629-96B9-DC72-F4F46A2B9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697631"/>
              </p:ext>
            </p:extLst>
          </p:nvPr>
        </p:nvGraphicFramePr>
        <p:xfrm>
          <a:off x="8581553" y="10429387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0022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兵庫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あきこ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42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136" name="表 24">
            <a:extLst>
              <a:ext uri="{FF2B5EF4-FFF2-40B4-BE49-F238E27FC236}">
                <a16:creationId xmlns:a16="http://schemas.microsoft.com/office/drawing/2014/main" id="{06BDF375-7D68-DAE2-E8A2-D6C9F3F9F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689839"/>
              </p:ext>
            </p:extLst>
          </p:nvPr>
        </p:nvGraphicFramePr>
        <p:xfrm>
          <a:off x="8581553" y="11176682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0023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滋賀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のりこ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59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137" name="表 24">
            <a:extLst>
              <a:ext uri="{FF2B5EF4-FFF2-40B4-BE49-F238E27FC236}">
                <a16:creationId xmlns:a16="http://schemas.microsoft.com/office/drawing/2014/main" id="{FD47AE95-7E9E-BAB4-0A15-201F7AC46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167977"/>
              </p:ext>
            </p:extLst>
          </p:nvPr>
        </p:nvGraphicFramePr>
        <p:xfrm>
          <a:off x="4626891" y="10521410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0024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愛媛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まりこ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55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138" name="表 24">
            <a:extLst>
              <a:ext uri="{FF2B5EF4-FFF2-40B4-BE49-F238E27FC236}">
                <a16:creationId xmlns:a16="http://schemas.microsoft.com/office/drawing/2014/main" id="{003D29B7-E35E-AD9A-E064-7FAC262119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063097"/>
              </p:ext>
            </p:extLst>
          </p:nvPr>
        </p:nvGraphicFramePr>
        <p:xfrm>
          <a:off x="4626891" y="11316214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0025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福島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B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あきこ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50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139" name="表 24">
            <a:extLst>
              <a:ext uri="{FF2B5EF4-FFF2-40B4-BE49-F238E27FC236}">
                <a16:creationId xmlns:a16="http://schemas.microsoft.com/office/drawing/2014/main" id="{E5BA1586-7C47-D29E-FA47-7402FD397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968274"/>
              </p:ext>
            </p:extLst>
          </p:nvPr>
        </p:nvGraphicFramePr>
        <p:xfrm>
          <a:off x="8581553" y="11932760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0026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秋田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B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もえ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140" name="表 24">
            <a:extLst>
              <a:ext uri="{FF2B5EF4-FFF2-40B4-BE49-F238E27FC236}">
                <a16:creationId xmlns:a16="http://schemas.microsoft.com/office/drawing/2014/main" id="{89962F25-3131-D703-F239-C079B3668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85650"/>
              </p:ext>
            </p:extLst>
          </p:nvPr>
        </p:nvGraphicFramePr>
        <p:xfrm>
          <a:off x="4626891" y="12105687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0027</a:t>
                      </a:r>
                    </a:p>
                    <a:p>
                      <a:pPr algn="ctr"/>
                      <a:r>
                        <a:rPr kumimoji="1" lang="ja-JP" altLang="en-US" sz="900" b="0">
                          <a:solidFill>
                            <a:schemeClr val="tx1"/>
                          </a:solidFill>
                        </a:rPr>
                        <a:t>イギリス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4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かおり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48</a:t>
                      </a:r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141" name="表 24">
            <a:extLst>
              <a:ext uri="{FF2B5EF4-FFF2-40B4-BE49-F238E27FC236}">
                <a16:creationId xmlns:a16="http://schemas.microsoft.com/office/drawing/2014/main" id="{63D64B80-A74A-A800-5DFA-D5CC47C7D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8687"/>
              </p:ext>
            </p:extLst>
          </p:nvPr>
        </p:nvGraphicFramePr>
        <p:xfrm>
          <a:off x="4626891" y="12901610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0028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大阪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かずお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59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sp>
        <p:nvSpPr>
          <p:cNvPr id="151" name="角丸四角形吹き出し 150">
            <a:extLst>
              <a:ext uri="{FF2B5EF4-FFF2-40B4-BE49-F238E27FC236}">
                <a16:creationId xmlns:a16="http://schemas.microsoft.com/office/drawing/2014/main" id="{6731BDF9-7EEF-6C42-05EC-583D4F16E417}"/>
              </a:ext>
            </a:extLst>
          </p:cNvPr>
          <p:cNvSpPr/>
          <p:nvPr/>
        </p:nvSpPr>
        <p:spPr>
          <a:xfrm>
            <a:off x="11096171" y="10434972"/>
            <a:ext cx="3483374" cy="379038"/>
          </a:xfrm>
          <a:prstGeom prst="wedgeRoundRectCallout">
            <a:avLst>
              <a:gd name="adj1" fmla="val -64571"/>
              <a:gd name="adj2" fmla="val -1959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クッキー、茶菓子を持って参加したい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155" name="角丸四角形吹き出し 154">
            <a:extLst>
              <a:ext uri="{FF2B5EF4-FFF2-40B4-BE49-F238E27FC236}">
                <a16:creationId xmlns:a16="http://schemas.microsoft.com/office/drawing/2014/main" id="{813C9CF2-9441-7B3C-966F-ACDBC85E263C}"/>
              </a:ext>
            </a:extLst>
          </p:cNvPr>
          <p:cNvSpPr/>
          <p:nvPr/>
        </p:nvSpPr>
        <p:spPr>
          <a:xfrm>
            <a:off x="11100804" y="11176682"/>
            <a:ext cx="3483375" cy="518160"/>
          </a:xfrm>
          <a:prstGeom prst="wedgeRoundRectCallout">
            <a:avLst>
              <a:gd name="adj1" fmla="val -62923"/>
              <a:gd name="adj2" fmla="val -15142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旗は作れないし長い棒も持てませんが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数独ならできます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156" name="角丸四角形吹き出し 155">
            <a:extLst>
              <a:ext uri="{FF2B5EF4-FFF2-40B4-BE49-F238E27FC236}">
                <a16:creationId xmlns:a16="http://schemas.microsoft.com/office/drawing/2014/main" id="{BAB4F635-6B19-A459-160C-1F3ED61C43DE}"/>
              </a:ext>
            </a:extLst>
          </p:cNvPr>
          <p:cNvSpPr/>
          <p:nvPr/>
        </p:nvSpPr>
        <p:spPr>
          <a:xfrm>
            <a:off x="757406" y="10485879"/>
            <a:ext cx="3225300" cy="523220"/>
          </a:xfrm>
          <a:prstGeom prst="wedgeRoundRectCallout">
            <a:avLst>
              <a:gd name="adj1" fmla="val 64668"/>
              <a:gd name="adj2" fmla="val -2230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ysClr val="windowText" lastClr="000000"/>
                </a:solidFill>
              </a:rPr>
              <a:t>40</a:t>
            </a:r>
            <a:r>
              <a:rPr lang="ja-JP" altLang="en-US" sz="1400">
                <a:solidFill>
                  <a:sysClr val="windowText" lastClr="000000"/>
                </a:solidFill>
              </a:rPr>
              <a:t>代オーバーのみ入場できるライブ開催しておばちゃんにご褒美下さい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159" name="角丸四角形吹き出し 158">
            <a:extLst>
              <a:ext uri="{FF2B5EF4-FFF2-40B4-BE49-F238E27FC236}">
                <a16:creationId xmlns:a16="http://schemas.microsoft.com/office/drawing/2014/main" id="{5B3ABD3A-ABC3-FDEC-219F-B48417DD266A}"/>
              </a:ext>
            </a:extLst>
          </p:cNvPr>
          <p:cNvSpPr/>
          <p:nvPr/>
        </p:nvSpPr>
        <p:spPr>
          <a:xfrm>
            <a:off x="729622" y="11302514"/>
            <a:ext cx="3253084" cy="523220"/>
          </a:xfrm>
          <a:prstGeom prst="wedgeRoundRectCallout">
            <a:avLst>
              <a:gd name="adj1" fmla="val 64668"/>
              <a:gd name="adj2" fmla="val -2230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東京駅 銀の鈴で待ち合わせましょう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目印はボッテガのカバンで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160" name="角丸四角形吹き出し 159">
            <a:extLst>
              <a:ext uri="{FF2B5EF4-FFF2-40B4-BE49-F238E27FC236}">
                <a16:creationId xmlns:a16="http://schemas.microsoft.com/office/drawing/2014/main" id="{F30EB1D5-17CB-3B72-BD7D-47697C23E19E}"/>
              </a:ext>
            </a:extLst>
          </p:cNvPr>
          <p:cNvSpPr/>
          <p:nvPr/>
        </p:nvSpPr>
        <p:spPr>
          <a:xfrm>
            <a:off x="11096171" y="11932760"/>
            <a:ext cx="3483374" cy="379038"/>
          </a:xfrm>
          <a:prstGeom prst="wedgeRoundRectCallout">
            <a:avLst>
              <a:gd name="adj1" fmla="val -64571"/>
              <a:gd name="adj2" fmla="val -1959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いぶりがっこ持って参加したい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163" name="角丸四角形吹き出し 162">
            <a:extLst>
              <a:ext uri="{FF2B5EF4-FFF2-40B4-BE49-F238E27FC236}">
                <a16:creationId xmlns:a16="http://schemas.microsoft.com/office/drawing/2014/main" id="{60E1F1A7-8A31-3D57-28B6-A9A71AD8C6AB}"/>
              </a:ext>
            </a:extLst>
          </p:cNvPr>
          <p:cNvSpPr/>
          <p:nvPr/>
        </p:nvSpPr>
        <p:spPr>
          <a:xfrm>
            <a:off x="775560" y="12097150"/>
            <a:ext cx="3207146" cy="523220"/>
          </a:xfrm>
          <a:prstGeom prst="wedgeRoundRectCallout">
            <a:avLst>
              <a:gd name="adj1" fmla="val 64668"/>
              <a:gd name="adj2" fmla="val -2230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ユーロスターに乗ってパリロンドン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ツアーやりましょう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164" name="角丸四角形吹き出し 163">
            <a:extLst>
              <a:ext uri="{FF2B5EF4-FFF2-40B4-BE49-F238E27FC236}">
                <a16:creationId xmlns:a16="http://schemas.microsoft.com/office/drawing/2014/main" id="{72FDC07B-4114-837A-D674-5F776B1309A2}"/>
              </a:ext>
            </a:extLst>
          </p:cNvPr>
          <p:cNvSpPr/>
          <p:nvPr/>
        </p:nvSpPr>
        <p:spPr>
          <a:xfrm>
            <a:off x="787665" y="12906371"/>
            <a:ext cx="3195045" cy="507089"/>
          </a:xfrm>
          <a:prstGeom prst="wedgeRoundRectCallout">
            <a:avLst>
              <a:gd name="adj1" fmla="val 65502"/>
              <a:gd name="adj2" fmla="val -16728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男性同士でも盛り上がりたい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かずおもいるぞ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73" name="表 24">
            <a:extLst>
              <a:ext uri="{FF2B5EF4-FFF2-40B4-BE49-F238E27FC236}">
                <a16:creationId xmlns:a16="http://schemas.microsoft.com/office/drawing/2014/main" id="{F7AD12B0-677D-799B-CBEB-1F5725B34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491175"/>
              </p:ext>
            </p:extLst>
          </p:nvPr>
        </p:nvGraphicFramePr>
        <p:xfrm>
          <a:off x="8581553" y="12684335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0029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淡路島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ゆみこ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sp>
        <p:nvSpPr>
          <p:cNvPr id="174" name="角丸四角形吹き出し 173">
            <a:extLst>
              <a:ext uri="{FF2B5EF4-FFF2-40B4-BE49-F238E27FC236}">
                <a16:creationId xmlns:a16="http://schemas.microsoft.com/office/drawing/2014/main" id="{B2260DF3-873C-9DDB-B544-8DB8A028EA52}"/>
              </a:ext>
            </a:extLst>
          </p:cNvPr>
          <p:cNvSpPr/>
          <p:nvPr/>
        </p:nvSpPr>
        <p:spPr>
          <a:xfrm>
            <a:off x="11096171" y="12689927"/>
            <a:ext cx="3483374" cy="512575"/>
          </a:xfrm>
          <a:prstGeom prst="wedgeRoundRectCallout">
            <a:avLst>
              <a:gd name="adj1" fmla="val -64571"/>
              <a:gd name="adj2" fmla="val -1959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ysClr val="windowText" lastClr="000000"/>
                </a:solidFill>
              </a:rPr>
              <a:t>Word</a:t>
            </a:r>
            <a:r>
              <a:rPr lang="ja-JP" altLang="en-US" sz="1400">
                <a:solidFill>
                  <a:sysClr val="windowText" lastClr="000000"/>
                </a:solidFill>
              </a:rPr>
              <a:t>・</a:t>
            </a:r>
            <a:r>
              <a:rPr lang="en-US" altLang="ja-JP" sz="1400" dirty="0">
                <a:solidFill>
                  <a:sysClr val="windowText" lastClr="000000"/>
                </a:solidFill>
              </a:rPr>
              <a:t>Excel</a:t>
            </a:r>
            <a:r>
              <a:rPr lang="ja-JP" altLang="en-US" sz="1400">
                <a:solidFill>
                  <a:sysClr val="windowText" lastClr="000000"/>
                </a:solidFill>
              </a:rPr>
              <a:t>・</a:t>
            </a:r>
            <a:r>
              <a:rPr lang="en-US" altLang="ja-JP" sz="1400" dirty="0">
                <a:solidFill>
                  <a:sysClr val="windowText" lastClr="000000"/>
                </a:solidFill>
              </a:rPr>
              <a:t>PowerPoint</a:t>
            </a:r>
            <a:r>
              <a:rPr lang="ja-JP" altLang="en-US" sz="1400">
                <a:solidFill>
                  <a:sysClr val="windowText" lastClr="000000"/>
                </a:solidFill>
              </a:rPr>
              <a:t>使えます。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動画編集もできます。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175" name="角丸四角形吹き出し 174">
            <a:extLst>
              <a:ext uri="{FF2B5EF4-FFF2-40B4-BE49-F238E27FC236}">
                <a16:creationId xmlns:a16="http://schemas.microsoft.com/office/drawing/2014/main" id="{0818D5F0-F599-0FB0-F6AC-20077C3CEDA3}"/>
              </a:ext>
            </a:extLst>
          </p:cNvPr>
          <p:cNvSpPr/>
          <p:nvPr/>
        </p:nvSpPr>
        <p:spPr>
          <a:xfrm>
            <a:off x="11096171" y="13439286"/>
            <a:ext cx="3483374" cy="481979"/>
          </a:xfrm>
          <a:prstGeom prst="wedgeRoundRectCallout">
            <a:avLst>
              <a:gd name="adj1" fmla="val -64571"/>
              <a:gd name="adj2" fmla="val -1959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ysClr val="windowText" lastClr="000000"/>
                </a:solidFill>
              </a:rPr>
              <a:t>18</a:t>
            </a:r>
            <a:r>
              <a:rPr lang="ja-JP" altLang="en-US" sz="1400">
                <a:solidFill>
                  <a:sysClr val="windowText" lastClr="000000"/>
                </a:solidFill>
              </a:rPr>
              <a:t>年間、添乗員をやっていたので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バスツアーのガイドできます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76" name="表 24">
            <a:extLst>
              <a:ext uri="{FF2B5EF4-FFF2-40B4-BE49-F238E27FC236}">
                <a16:creationId xmlns:a16="http://schemas.microsoft.com/office/drawing/2014/main" id="{D5B54037-F67E-3CCF-21D8-85DC7A0B3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412403"/>
              </p:ext>
            </p:extLst>
          </p:nvPr>
        </p:nvGraphicFramePr>
        <p:xfrm>
          <a:off x="8581553" y="13432760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0030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のりこ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59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sp>
        <p:nvSpPr>
          <p:cNvPr id="178" name="角丸四角形吹き出し 177">
            <a:extLst>
              <a:ext uri="{FF2B5EF4-FFF2-40B4-BE49-F238E27FC236}">
                <a16:creationId xmlns:a16="http://schemas.microsoft.com/office/drawing/2014/main" id="{0A43BA56-5A67-15F0-7D9B-763272AAA67B}"/>
              </a:ext>
            </a:extLst>
          </p:cNvPr>
          <p:cNvSpPr/>
          <p:nvPr/>
        </p:nvSpPr>
        <p:spPr>
          <a:xfrm>
            <a:off x="11096185" y="466262"/>
            <a:ext cx="3483363" cy="574510"/>
          </a:xfrm>
          <a:prstGeom prst="wedgeRoundRectCallout">
            <a:avLst>
              <a:gd name="adj1" fmla="val -63460"/>
              <a:gd name="adj2" fmla="val -4588"/>
              <a:gd name="adj3" fmla="val 16667"/>
            </a:avLst>
          </a:prstGeom>
          <a:solidFill>
            <a:srgbClr val="FFFF00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リーダーに立候補します！！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79" name="表 24">
            <a:extLst>
              <a:ext uri="{FF2B5EF4-FFF2-40B4-BE49-F238E27FC236}">
                <a16:creationId xmlns:a16="http://schemas.microsoft.com/office/drawing/2014/main" id="{5A924999-F6DE-E963-D64E-226E959E3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810533"/>
              </p:ext>
            </p:extLst>
          </p:nvPr>
        </p:nvGraphicFramePr>
        <p:xfrm>
          <a:off x="7152769" y="468660"/>
          <a:ext cx="326155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450">
                  <a:extLst>
                    <a:ext uri="{9D8B030D-6E8A-4147-A177-3AD203B41FA5}">
                      <a16:colId xmlns:a16="http://schemas.microsoft.com/office/drawing/2014/main" val="2261386132"/>
                    </a:ext>
                  </a:extLst>
                </a:gridCol>
                <a:gridCol w="2165100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0031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大阪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さよ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非公開</a:t>
                      </a:r>
                    </a:p>
                  </a:txBody>
                  <a:tcPr marL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180" name="表 24">
            <a:extLst>
              <a:ext uri="{FF2B5EF4-FFF2-40B4-BE49-F238E27FC236}">
                <a16:creationId xmlns:a16="http://schemas.microsoft.com/office/drawing/2014/main" id="{213DAC72-9685-8454-0E20-C1E9C7C6C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907420"/>
              </p:ext>
            </p:extLst>
          </p:nvPr>
        </p:nvGraphicFramePr>
        <p:xfrm>
          <a:off x="8581553" y="14179667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0032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千葉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B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けいこ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56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sp>
        <p:nvSpPr>
          <p:cNvPr id="181" name="角丸四角形吹き出し 180">
            <a:extLst>
              <a:ext uri="{FF2B5EF4-FFF2-40B4-BE49-F238E27FC236}">
                <a16:creationId xmlns:a16="http://schemas.microsoft.com/office/drawing/2014/main" id="{33717A18-7950-2446-24B7-8519241400D2}"/>
              </a:ext>
            </a:extLst>
          </p:cNvPr>
          <p:cNvSpPr/>
          <p:nvPr/>
        </p:nvSpPr>
        <p:spPr>
          <a:xfrm>
            <a:off x="11096171" y="14179670"/>
            <a:ext cx="3483374" cy="512575"/>
          </a:xfrm>
          <a:prstGeom prst="wedgeRoundRectCallout">
            <a:avLst>
              <a:gd name="adj1" fmla="val -64571"/>
              <a:gd name="adj2" fmla="val -1959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旦那が大型二種を持っているので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バスツアーの運転できます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82" name="表 24">
            <a:extLst>
              <a:ext uri="{FF2B5EF4-FFF2-40B4-BE49-F238E27FC236}">
                <a16:creationId xmlns:a16="http://schemas.microsoft.com/office/drawing/2014/main" id="{7677C706-D972-261A-37AA-178B7ADB0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514643"/>
              </p:ext>
            </p:extLst>
          </p:nvPr>
        </p:nvGraphicFramePr>
        <p:xfrm>
          <a:off x="8581553" y="14931242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0033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大阪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のりこ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35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sp>
        <p:nvSpPr>
          <p:cNvPr id="183" name="角丸四角形吹き出し 182">
            <a:extLst>
              <a:ext uri="{FF2B5EF4-FFF2-40B4-BE49-F238E27FC236}">
                <a16:creationId xmlns:a16="http://schemas.microsoft.com/office/drawing/2014/main" id="{922B1A68-2562-7DB0-079D-C67657ED27B5}"/>
              </a:ext>
            </a:extLst>
          </p:cNvPr>
          <p:cNvSpPr/>
          <p:nvPr/>
        </p:nvSpPr>
        <p:spPr>
          <a:xfrm>
            <a:off x="11096171" y="14936834"/>
            <a:ext cx="3483374" cy="512575"/>
          </a:xfrm>
          <a:prstGeom prst="wedgeRoundRectCallout">
            <a:avLst>
              <a:gd name="adj1" fmla="val -64571"/>
              <a:gd name="adj2" fmla="val -1959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デザイン事務所のマネージャー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やってるので段取りできます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185" name="角丸四角形吹き出し 184">
            <a:extLst>
              <a:ext uri="{FF2B5EF4-FFF2-40B4-BE49-F238E27FC236}">
                <a16:creationId xmlns:a16="http://schemas.microsoft.com/office/drawing/2014/main" id="{94FFC26A-4380-ED45-5597-8601FC2770DA}"/>
              </a:ext>
            </a:extLst>
          </p:cNvPr>
          <p:cNvSpPr/>
          <p:nvPr/>
        </p:nvSpPr>
        <p:spPr>
          <a:xfrm>
            <a:off x="11096171" y="15686193"/>
            <a:ext cx="3483374" cy="481979"/>
          </a:xfrm>
          <a:prstGeom prst="wedgeRoundRectCallout">
            <a:avLst>
              <a:gd name="adj1" fmla="val -64571"/>
              <a:gd name="adj2" fmla="val -1959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看護師歴</a:t>
            </a:r>
            <a:r>
              <a:rPr lang="en-US" altLang="ja-JP" sz="1400" dirty="0">
                <a:solidFill>
                  <a:sysClr val="windowText" lastClr="000000"/>
                </a:solidFill>
              </a:rPr>
              <a:t>30</a:t>
            </a:r>
            <a:r>
              <a:rPr lang="ja-JP" altLang="en-US" sz="1400">
                <a:solidFill>
                  <a:sysClr val="windowText" lastClr="000000"/>
                </a:solidFill>
              </a:rPr>
              <a:t>年以上なので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お役に立てると思います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86" name="表 24">
            <a:extLst>
              <a:ext uri="{FF2B5EF4-FFF2-40B4-BE49-F238E27FC236}">
                <a16:creationId xmlns:a16="http://schemas.microsoft.com/office/drawing/2014/main" id="{E6A1A0A5-67C2-30EC-BACF-3BDB421E2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289610"/>
              </p:ext>
            </p:extLst>
          </p:nvPr>
        </p:nvGraphicFramePr>
        <p:xfrm>
          <a:off x="8581553" y="15679667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0034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神戸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ますみ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8/30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で満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55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188" name="表 24">
            <a:extLst>
              <a:ext uri="{FF2B5EF4-FFF2-40B4-BE49-F238E27FC236}">
                <a16:creationId xmlns:a16="http://schemas.microsoft.com/office/drawing/2014/main" id="{D5449037-AF0A-1340-0839-5DF3AA5DA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095409"/>
              </p:ext>
            </p:extLst>
          </p:nvPr>
        </p:nvGraphicFramePr>
        <p:xfrm>
          <a:off x="4626891" y="13697639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0035</a:t>
                      </a:r>
                    </a:p>
                    <a:p>
                      <a:pPr algn="ctr"/>
                      <a:r>
                        <a:rPr kumimoji="1" lang="ja-JP" altLang="en-US" sz="900" b="0">
                          <a:solidFill>
                            <a:schemeClr val="tx1"/>
                          </a:solidFill>
                        </a:rPr>
                        <a:t>ミナミ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あつこ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50</a:t>
                      </a:r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代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189" name="表 24">
            <a:extLst>
              <a:ext uri="{FF2B5EF4-FFF2-40B4-BE49-F238E27FC236}">
                <a16:creationId xmlns:a16="http://schemas.microsoft.com/office/drawing/2014/main" id="{C3D2C814-A614-C3A9-3E7F-BE014C46D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112456"/>
              </p:ext>
            </p:extLst>
          </p:nvPr>
        </p:nvGraphicFramePr>
        <p:xfrm>
          <a:off x="4626891" y="14493562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0036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兵庫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ちえこ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52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sp>
        <p:nvSpPr>
          <p:cNvPr id="190" name="角丸四角形吹き出し 189">
            <a:extLst>
              <a:ext uri="{FF2B5EF4-FFF2-40B4-BE49-F238E27FC236}">
                <a16:creationId xmlns:a16="http://schemas.microsoft.com/office/drawing/2014/main" id="{14F52E4D-1A9A-9524-06B7-5385B12B8ACA}"/>
              </a:ext>
            </a:extLst>
          </p:cNvPr>
          <p:cNvSpPr/>
          <p:nvPr/>
        </p:nvSpPr>
        <p:spPr>
          <a:xfrm>
            <a:off x="775560" y="13689102"/>
            <a:ext cx="3207146" cy="523220"/>
          </a:xfrm>
          <a:prstGeom prst="wedgeRoundRectCallout">
            <a:avLst>
              <a:gd name="adj1" fmla="val 64668"/>
              <a:gd name="adj2" fmla="val -2230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ミナミで小さな飲み屋やってます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オフ会・打ち上げに使ってください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191" name="角丸四角形吹き出し 190">
            <a:extLst>
              <a:ext uri="{FF2B5EF4-FFF2-40B4-BE49-F238E27FC236}">
                <a16:creationId xmlns:a16="http://schemas.microsoft.com/office/drawing/2014/main" id="{D6FE0599-87E3-C53C-4C44-61C55A0E2781}"/>
              </a:ext>
            </a:extLst>
          </p:cNvPr>
          <p:cNvSpPr/>
          <p:nvPr/>
        </p:nvSpPr>
        <p:spPr>
          <a:xfrm>
            <a:off x="787665" y="14498323"/>
            <a:ext cx="3195045" cy="507089"/>
          </a:xfrm>
          <a:prstGeom prst="wedgeRoundRectCallout">
            <a:avLst>
              <a:gd name="adj1" fmla="val 65502"/>
              <a:gd name="adj2" fmla="val -16728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（サライのコーナーより入会希望）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15" name="表 24">
            <a:extLst>
              <a:ext uri="{FF2B5EF4-FFF2-40B4-BE49-F238E27FC236}">
                <a16:creationId xmlns:a16="http://schemas.microsoft.com/office/drawing/2014/main" id="{9C2735C8-DBBE-0123-44C5-750C6B7E2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862525"/>
              </p:ext>
            </p:extLst>
          </p:nvPr>
        </p:nvGraphicFramePr>
        <p:xfrm>
          <a:off x="8581553" y="16426452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0037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神奈川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B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まさし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34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sp>
        <p:nvSpPr>
          <p:cNvPr id="119" name="角丸四角形吹き出し 118">
            <a:extLst>
              <a:ext uri="{FF2B5EF4-FFF2-40B4-BE49-F238E27FC236}">
                <a16:creationId xmlns:a16="http://schemas.microsoft.com/office/drawing/2014/main" id="{C1FF1CCC-2A69-5C9C-E3B3-36AFDE9D6B30}"/>
              </a:ext>
            </a:extLst>
          </p:cNvPr>
          <p:cNvSpPr/>
          <p:nvPr/>
        </p:nvSpPr>
        <p:spPr>
          <a:xfrm>
            <a:off x="11096171" y="16426455"/>
            <a:ext cx="3483374" cy="512575"/>
          </a:xfrm>
          <a:prstGeom prst="wedgeRoundRectCallout">
            <a:avLst>
              <a:gd name="adj1" fmla="val -64571"/>
              <a:gd name="adj2" fmla="val -1959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鍼灸マッサージ師をしています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皆さんのツアーの疲れ癒します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122" name="角丸四角形吹き出し 121">
            <a:extLst>
              <a:ext uri="{FF2B5EF4-FFF2-40B4-BE49-F238E27FC236}">
                <a16:creationId xmlns:a16="http://schemas.microsoft.com/office/drawing/2014/main" id="{AD1E1A17-6A3D-FBED-EB39-CC5A6FC88964}"/>
              </a:ext>
            </a:extLst>
          </p:cNvPr>
          <p:cNvSpPr/>
          <p:nvPr/>
        </p:nvSpPr>
        <p:spPr>
          <a:xfrm>
            <a:off x="11096193" y="17166262"/>
            <a:ext cx="3483375" cy="514714"/>
          </a:xfrm>
          <a:prstGeom prst="wedgeRoundRectCallout">
            <a:avLst>
              <a:gd name="adj1" fmla="val -62443"/>
              <a:gd name="adj2" fmla="val -15574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整骨院をしています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万が一怪我された場合は応急処置します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25" name="表 24">
            <a:extLst>
              <a:ext uri="{FF2B5EF4-FFF2-40B4-BE49-F238E27FC236}">
                <a16:creationId xmlns:a16="http://schemas.microsoft.com/office/drawing/2014/main" id="{FE6695C1-2DF9-B732-AA2B-DDE0E010A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225102"/>
              </p:ext>
            </p:extLst>
          </p:nvPr>
        </p:nvGraphicFramePr>
        <p:xfrm>
          <a:off x="8581553" y="17164539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0038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奈良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きよし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43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sp>
        <p:nvSpPr>
          <p:cNvPr id="133" name="角丸四角形吹き出し 132">
            <a:extLst>
              <a:ext uri="{FF2B5EF4-FFF2-40B4-BE49-F238E27FC236}">
                <a16:creationId xmlns:a16="http://schemas.microsoft.com/office/drawing/2014/main" id="{C5BE23B7-3FA2-32FA-E90A-AED4DEE71AE4}"/>
              </a:ext>
            </a:extLst>
          </p:cNvPr>
          <p:cNvSpPr/>
          <p:nvPr/>
        </p:nvSpPr>
        <p:spPr>
          <a:xfrm>
            <a:off x="12522381" y="18721120"/>
            <a:ext cx="3479467" cy="518161"/>
          </a:xfrm>
          <a:prstGeom prst="wedgeRoundRectCallout">
            <a:avLst>
              <a:gd name="adj1" fmla="val -67083"/>
              <a:gd name="adj2" fmla="val -15396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法科大学院</a:t>
            </a:r>
            <a:r>
              <a:rPr lang="en-US" altLang="ja-JP" sz="1400" dirty="0">
                <a:solidFill>
                  <a:sysClr val="windowText" lastClr="000000"/>
                </a:solidFill>
              </a:rPr>
              <a:t>(</a:t>
            </a:r>
            <a:r>
              <a:rPr lang="ja-JP" altLang="en-US" sz="1400">
                <a:solidFill>
                  <a:sysClr val="windowText" lastClr="000000"/>
                </a:solidFill>
              </a:rPr>
              <a:t>ロースクール</a:t>
            </a:r>
            <a:r>
              <a:rPr lang="en-US" altLang="ja-JP" sz="1400" dirty="0">
                <a:solidFill>
                  <a:sysClr val="windowText" lastClr="000000"/>
                </a:solidFill>
              </a:rPr>
              <a:t>)</a:t>
            </a:r>
            <a:r>
              <a:rPr lang="ja-JP" altLang="en-US" sz="1400">
                <a:solidFill>
                  <a:sysClr val="windowText" lastClr="000000"/>
                </a:solidFill>
              </a:rPr>
              <a:t>に通ってます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文春砲に遭った時の法的処置はお任せを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34" name="表 24">
            <a:extLst>
              <a:ext uri="{FF2B5EF4-FFF2-40B4-BE49-F238E27FC236}">
                <a16:creationId xmlns:a16="http://schemas.microsoft.com/office/drawing/2014/main" id="{7E42D4A1-D5A2-1CB4-1861-F2817FD307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680926"/>
              </p:ext>
            </p:extLst>
          </p:nvPr>
        </p:nvGraphicFramePr>
        <p:xfrm>
          <a:off x="8581553" y="18691281"/>
          <a:ext cx="320458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24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2546258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0040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京都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かずこ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代の親戚たろう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21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143" name="表 24">
            <a:extLst>
              <a:ext uri="{FF2B5EF4-FFF2-40B4-BE49-F238E27FC236}">
                <a16:creationId xmlns:a16="http://schemas.microsoft.com/office/drawing/2014/main" id="{4191A6A0-18AB-018C-2869-50AD4C457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716680"/>
              </p:ext>
            </p:extLst>
          </p:nvPr>
        </p:nvGraphicFramePr>
        <p:xfrm>
          <a:off x="8581553" y="17914894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0039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大阪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りつこの息子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代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sp>
        <p:nvSpPr>
          <p:cNvPr id="145" name="角丸四角形吹き出し 144">
            <a:extLst>
              <a:ext uri="{FF2B5EF4-FFF2-40B4-BE49-F238E27FC236}">
                <a16:creationId xmlns:a16="http://schemas.microsoft.com/office/drawing/2014/main" id="{A646AD40-A46C-6DAB-013F-9ACD9D390530}"/>
              </a:ext>
            </a:extLst>
          </p:cNvPr>
          <p:cNvSpPr/>
          <p:nvPr/>
        </p:nvSpPr>
        <p:spPr>
          <a:xfrm>
            <a:off x="11096171" y="17920486"/>
            <a:ext cx="3483374" cy="512575"/>
          </a:xfrm>
          <a:prstGeom prst="wedgeRoundRectCallout">
            <a:avLst>
              <a:gd name="adj1" fmla="val -64571"/>
              <a:gd name="adj2" fmla="val -1959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ja-JP" sz="1400" dirty="0">
                <a:solidFill>
                  <a:sysClr val="windowText" lastClr="000000"/>
                </a:solidFill>
              </a:rPr>
              <a:t> &gt;0034</a:t>
            </a:r>
            <a:r>
              <a:rPr lang="ja-JP" altLang="en-US" sz="1400">
                <a:solidFill>
                  <a:sysClr val="windowText" lastClr="000000"/>
                </a:solidFill>
              </a:rPr>
              <a:t>　ますみさんに便乗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r>
              <a:rPr lang="en-US" altLang="ja-JP" sz="1400" dirty="0">
                <a:solidFill>
                  <a:sysClr val="windowText" lastClr="000000"/>
                </a:solidFill>
              </a:rPr>
              <a:t> </a:t>
            </a:r>
            <a:r>
              <a:rPr lang="ja-JP" altLang="en-US" sz="1400">
                <a:solidFill>
                  <a:sysClr val="windowText" lastClr="000000"/>
                </a:solidFill>
              </a:rPr>
              <a:t>ボンカタリスナーの傍ら医師をしています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52" name="表 24">
            <a:extLst>
              <a:ext uri="{FF2B5EF4-FFF2-40B4-BE49-F238E27FC236}">
                <a16:creationId xmlns:a16="http://schemas.microsoft.com/office/drawing/2014/main" id="{55F4BC5E-E1B1-8013-9FC0-722FDAEEB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724616"/>
              </p:ext>
            </p:extLst>
          </p:nvPr>
        </p:nvGraphicFramePr>
        <p:xfrm>
          <a:off x="4626891" y="15293760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0041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北海道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B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たけし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52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sp>
        <p:nvSpPr>
          <p:cNvPr id="153" name="角丸四角形吹き出し 152">
            <a:extLst>
              <a:ext uri="{FF2B5EF4-FFF2-40B4-BE49-F238E27FC236}">
                <a16:creationId xmlns:a16="http://schemas.microsoft.com/office/drawing/2014/main" id="{DA833B13-2640-C03D-16FB-0D9B345ED0B2}"/>
              </a:ext>
            </a:extLst>
          </p:cNvPr>
          <p:cNvSpPr/>
          <p:nvPr/>
        </p:nvSpPr>
        <p:spPr>
          <a:xfrm>
            <a:off x="729622" y="15280060"/>
            <a:ext cx="3253084" cy="523220"/>
          </a:xfrm>
          <a:prstGeom prst="wedgeRoundRectCallout">
            <a:avLst>
              <a:gd name="adj1" fmla="val 64668"/>
              <a:gd name="adj2" fmla="val -2230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北海道支部を立ち上げて、護衛係の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係長としてボディーガードします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sp>
        <p:nvSpPr>
          <p:cNvPr id="157" name="角丸四角形吹き出し 156">
            <a:extLst>
              <a:ext uri="{FF2B5EF4-FFF2-40B4-BE49-F238E27FC236}">
                <a16:creationId xmlns:a16="http://schemas.microsoft.com/office/drawing/2014/main" id="{933F5A3B-813D-D090-9582-2B4A75D67B5A}"/>
              </a:ext>
            </a:extLst>
          </p:cNvPr>
          <p:cNvSpPr/>
          <p:nvPr/>
        </p:nvSpPr>
        <p:spPr>
          <a:xfrm>
            <a:off x="723603" y="16059990"/>
            <a:ext cx="3253084" cy="523220"/>
          </a:xfrm>
          <a:prstGeom prst="wedgeRoundRectCallout">
            <a:avLst>
              <a:gd name="adj1" fmla="val 64668"/>
              <a:gd name="adj2" fmla="val -22305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インドネシアで日本語学校を経営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単独ライブの際は会場として提供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58" name="表 24">
            <a:extLst>
              <a:ext uri="{FF2B5EF4-FFF2-40B4-BE49-F238E27FC236}">
                <a16:creationId xmlns:a16="http://schemas.microsoft.com/office/drawing/2014/main" id="{DFB456A4-522F-816A-4061-0E2D5CD65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327512"/>
              </p:ext>
            </p:extLst>
          </p:nvPr>
        </p:nvGraphicFramePr>
        <p:xfrm>
          <a:off x="4626891" y="16083233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0042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大阪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かずこの孫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43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歳・男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graphicFrame>
        <p:nvGraphicFramePr>
          <p:cNvPr id="150" name="表 24">
            <a:extLst>
              <a:ext uri="{FF2B5EF4-FFF2-40B4-BE49-F238E27FC236}">
                <a16:creationId xmlns:a16="http://schemas.microsoft.com/office/drawing/2014/main" id="{6F38FF99-7F73-DE65-1909-39AF68E56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917608"/>
              </p:ext>
            </p:extLst>
          </p:nvPr>
        </p:nvGraphicFramePr>
        <p:xfrm>
          <a:off x="4626891" y="16884132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0043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兵庫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まゆこ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49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sp>
        <p:nvSpPr>
          <p:cNvPr id="154" name="角丸四角形吹き出し 153">
            <a:extLst>
              <a:ext uri="{FF2B5EF4-FFF2-40B4-BE49-F238E27FC236}">
                <a16:creationId xmlns:a16="http://schemas.microsoft.com/office/drawing/2014/main" id="{4005B95A-A8FD-7777-ECF9-E079182BE485}"/>
              </a:ext>
            </a:extLst>
          </p:cNvPr>
          <p:cNvSpPr/>
          <p:nvPr/>
        </p:nvSpPr>
        <p:spPr>
          <a:xfrm>
            <a:off x="787665" y="16888893"/>
            <a:ext cx="3195045" cy="507089"/>
          </a:xfrm>
          <a:prstGeom prst="wedgeRoundRectCallout">
            <a:avLst>
              <a:gd name="adj1" fmla="val 65502"/>
              <a:gd name="adj2" fmla="val -16728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簿記の資格持ってます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⇒</a:t>
            </a:r>
            <a:r>
              <a:rPr lang="en-US" altLang="ja-JP" sz="1400" dirty="0">
                <a:solidFill>
                  <a:sysClr val="windowText" lastClr="000000"/>
                </a:solidFill>
              </a:rPr>
              <a:t>49</a:t>
            </a:r>
            <a:r>
              <a:rPr lang="ja-JP" altLang="en-US" sz="1400">
                <a:solidFill>
                  <a:sysClr val="windowText" lastClr="000000"/>
                </a:solidFill>
              </a:rPr>
              <a:t>歳看護学校</a:t>
            </a:r>
            <a:r>
              <a:rPr lang="en-US" altLang="ja-JP" sz="1400" dirty="0">
                <a:solidFill>
                  <a:sysClr val="windowText" lastClr="000000"/>
                </a:solidFill>
              </a:rPr>
              <a:t>1</a:t>
            </a:r>
            <a:r>
              <a:rPr lang="ja-JP" altLang="en-US" sz="1400">
                <a:solidFill>
                  <a:sysClr val="windowText" lastClr="000000"/>
                </a:solidFill>
              </a:rPr>
              <a:t>年生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2" name="表 24">
            <a:extLst>
              <a:ext uri="{FF2B5EF4-FFF2-40B4-BE49-F238E27FC236}">
                <a16:creationId xmlns:a16="http://schemas.microsoft.com/office/drawing/2014/main" id="{65E84509-725C-5314-BC1E-A7DAA0F2C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662729"/>
              </p:ext>
            </p:extLst>
          </p:nvPr>
        </p:nvGraphicFramePr>
        <p:xfrm>
          <a:off x="4626891" y="17686756"/>
          <a:ext cx="18309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052">
                  <a:extLst>
                    <a:ext uri="{9D8B030D-6E8A-4147-A177-3AD203B41FA5}">
                      <a16:colId xmlns:a16="http://schemas.microsoft.com/office/drawing/2014/main" val="291495438"/>
                    </a:ext>
                  </a:extLst>
                </a:gridCol>
                <a:gridCol w="1173856">
                  <a:extLst>
                    <a:ext uri="{9D8B030D-6E8A-4147-A177-3AD203B41FA5}">
                      <a16:colId xmlns:a16="http://schemas.microsoft.com/office/drawing/2014/main" val="1614509074"/>
                    </a:ext>
                  </a:extLst>
                </a:gridCol>
              </a:tblGrid>
              <a:tr h="4866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0044</a:t>
                      </a:r>
                    </a:p>
                    <a:p>
                      <a:pPr algn="ctr"/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神戸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みえこ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46</a:t>
                      </a:r>
                      <a:r>
                        <a:rPr lang="ja-JP" altLang="en-US" sz="1400" b="0">
                          <a:solidFill>
                            <a:schemeClr val="tx1"/>
                          </a:solidFill>
                        </a:rPr>
                        <a:t>歳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9161"/>
                  </a:ext>
                </a:extLst>
              </a:tr>
            </a:tbl>
          </a:graphicData>
        </a:graphic>
      </p:graphicFrame>
      <p:sp>
        <p:nvSpPr>
          <p:cNvPr id="4" name="角丸四角形吹き出し 3">
            <a:extLst>
              <a:ext uri="{FF2B5EF4-FFF2-40B4-BE49-F238E27FC236}">
                <a16:creationId xmlns:a16="http://schemas.microsoft.com/office/drawing/2014/main" id="{AF5C90C9-FB7C-BD85-0AB6-4923FE4918C5}"/>
              </a:ext>
            </a:extLst>
          </p:cNvPr>
          <p:cNvSpPr/>
          <p:nvPr/>
        </p:nvSpPr>
        <p:spPr>
          <a:xfrm>
            <a:off x="787665" y="17691517"/>
            <a:ext cx="3195045" cy="507089"/>
          </a:xfrm>
          <a:prstGeom prst="wedgeRoundRectCallout">
            <a:avLst>
              <a:gd name="adj1" fmla="val 65502"/>
              <a:gd name="adj2" fmla="val -16728"/>
              <a:gd name="adj3" fmla="val 16667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劇場には毎月</a:t>
            </a:r>
            <a:r>
              <a:rPr lang="en-US" altLang="ja-JP" sz="1400" dirty="0">
                <a:solidFill>
                  <a:sysClr val="windowText" lastClr="000000"/>
                </a:solidFill>
              </a:rPr>
              <a:t>1.2</a:t>
            </a:r>
            <a:r>
              <a:rPr lang="ja-JP" altLang="en-US" sz="1400">
                <a:solidFill>
                  <a:sysClr val="windowText" lastClr="000000"/>
                </a:solidFill>
              </a:rPr>
              <a:t>回通っています。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400">
                <a:solidFill>
                  <a:sysClr val="windowText" lastClr="000000"/>
                </a:solidFill>
              </a:rPr>
              <a:t>赤いスカーフは悩み中。</a:t>
            </a:r>
            <a:endParaRPr lang="en-US" altLang="ja-JP" sz="14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826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150197</TotalTime>
  <Words>782</Words>
  <Application>Microsoft Macintosh PowerPoint</Application>
  <PresentationFormat>ユーザー設定</PresentationFormat>
  <Paragraphs>254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松山 友宏</dc:creator>
  <cp:lastModifiedBy>戸田和子</cp:lastModifiedBy>
  <cp:revision>41</cp:revision>
  <dcterms:created xsi:type="dcterms:W3CDTF">2022-04-16T10:01:34Z</dcterms:created>
  <dcterms:modified xsi:type="dcterms:W3CDTF">2026-01-31T08:30:09Z</dcterms:modified>
</cp:coreProperties>
</file>
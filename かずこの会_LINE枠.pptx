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4" r:id="rId1"/>
  </p:sldMasterIdLst>
  <p:notesMasterIdLst>
    <p:notesMasterId r:id="rId3"/>
  </p:notesMasterIdLst>
  <p:sldIdLst>
    <p:sldId id="256" r:id="rId2"/>
  </p:sldIdLst>
  <p:sldSz cx="46799500" cy="316801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C7E7"/>
    <a:srgbClr val="F9CBAD"/>
    <a:srgbClr val="FFC000"/>
    <a:srgbClr val="F8C4EC"/>
    <a:srgbClr val="FFE69A"/>
    <a:srgbClr val="7030A0"/>
    <a:srgbClr val="00FB92"/>
    <a:srgbClr val="C5E1B4"/>
    <a:srgbClr val="D7BAF6"/>
    <a:srgbClr val="70AE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21"/>
    <p:restoredTop sz="96087"/>
  </p:normalViewPr>
  <p:slideViewPr>
    <p:cSldViewPr snapToGrid="0" snapToObjects="1">
      <p:cViewPr>
        <p:scale>
          <a:sx n="10" d="100"/>
          <a:sy n="10" d="100"/>
        </p:scale>
        <p:origin x="2760" y="1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86DF98-8142-1942-826C-F8D63122F5BA}" type="datetimeFigureOut">
              <a:rPr kumimoji="1" lang="ja-JP" altLang="en-US" smtClean="0"/>
              <a:t>2026/1/31</a:t>
            </a:fld>
            <a:endParaRPr kumimoji="1" lang="ja-JP" altLang="en-US"/>
          </a:p>
        </p:txBody>
      </p:sp>
      <p:sp>
        <p:nvSpPr>
          <p:cNvPr id="4" name="スライド イメージ プレースホルダー 3"/>
          <p:cNvSpPr>
            <a:spLocks noGrp="1" noRot="1" noChangeAspect="1"/>
          </p:cNvSpPr>
          <p:nvPr>
            <p:ph type="sldImg" idx="2"/>
          </p:nvPr>
        </p:nvSpPr>
        <p:spPr>
          <a:xfrm>
            <a:off x="1149350" y="1143000"/>
            <a:ext cx="45593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25A2A3-8F40-FB42-B5A2-D401290553BA}" type="slidenum">
              <a:rPr kumimoji="1" lang="ja-JP" altLang="en-US" smtClean="0"/>
              <a:t>‹#›</a:t>
            </a:fld>
            <a:endParaRPr kumimoji="1" lang="ja-JP" altLang="en-US"/>
          </a:p>
        </p:txBody>
      </p:sp>
    </p:spTree>
    <p:extLst>
      <p:ext uri="{BB962C8B-B14F-4D97-AF65-F5344CB8AC3E}">
        <p14:creationId xmlns:p14="http://schemas.microsoft.com/office/powerpoint/2010/main" val="28564760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149350" y="1143000"/>
            <a:ext cx="45593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25A2A3-8F40-FB42-B5A2-D401290553BA}" type="slidenum">
              <a:rPr kumimoji="1" lang="ja-JP" altLang="en-US" smtClean="0"/>
              <a:t>1</a:t>
            </a:fld>
            <a:endParaRPr kumimoji="1" lang="ja-JP" altLang="en-US"/>
          </a:p>
        </p:txBody>
      </p:sp>
    </p:spTree>
    <p:extLst>
      <p:ext uri="{BB962C8B-B14F-4D97-AF65-F5344CB8AC3E}">
        <p14:creationId xmlns:p14="http://schemas.microsoft.com/office/powerpoint/2010/main" val="1985611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3509963" y="5184693"/>
            <a:ext cx="39779575" cy="11029386"/>
          </a:xfrm>
        </p:spPr>
        <p:txBody>
          <a:bodyPr anchor="b"/>
          <a:lstStyle>
            <a:lvl1pPr algn="ctr">
              <a:defRPr sz="27716"/>
            </a:lvl1pPr>
          </a:lstStyle>
          <a:p>
            <a:r>
              <a:rPr lang="ja-JP" altLang="en-US"/>
              <a:t>マスター タイトルの書式設定</a:t>
            </a:r>
            <a:endParaRPr lang="en-US" dirty="0"/>
          </a:p>
        </p:txBody>
      </p:sp>
      <p:sp>
        <p:nvSpPr>
          <p:cNvPr id="3" name="Subtitle 2"/>
          <p:cNvSpPr>
            <a:spLocks noGrp="1"/>
          </p:cNvSpPr>
          <p:nvPr>
            <p:ph type="subTitle" idx="1"/>
          </p:nvPr>
        </p:nvSpPr>
        <p:spPr>
          <a:xfrm>
            <a:off x="5849938" y="16639414"/>
            <a:ext cx="35099625" cy="7648701"/>
          </a:xfrm>
        </p:spPr>
        <p:txBody>
          <a:bodyPr/>
          <a:lstStyle>
            <a:lvl1pPr marL="0" indent="0" algn="ctr">
              <a:buNone/>
              <a:defRPr sz="11087"/>
            </a:lvl1pPr>
            <a:lvl2pPr marL="2111990" indent="0" algn="ctr">
              <a:buNone/>
              <a:defRPr sz="9239"/>
            </a:lvl2pPr>
            <a:lvl3pPr marL="4223979" indent="0" algn="ctr">
              <a:buNone/>
              <a:defRPr sz="8315"/>
            </a:lvl3pPr>
            <a:lvl4pPr marL="6335969" indent="0" algn="ctr">
              <a:buNone/>
              <a:defRPr sz="7391"/>
            </a:lvl4pPr>
            <a:lvl5pPr marL="8447959" indent="0" algn="ctr">
              <a:buNone/>
              <a:defRPr sz="7391"/>
            </a:lvl5pPr>
            <a:lvl6pPr marL="10559948" indent="0" algn="ctr">
              <a:buNone/>
              <a:defRPr sz="7391"/>
            </a:lvl6pPr>
            <a:lvl7pPr marL="12671938" indent="0" algn="ctr">
              <a:buNone/>
              <a:defRPr sz="7391"/>
            </a:lvl7pPr>
            <a:lvl8pPr marL="14783928" indent="0" algn="ctr">
              <a:buNone/>
              <a:defRPr sz="7391"/>
            </a:lvl8pPr>
            <a:lvl9pPr marL="16895917" indent="0" algn="ctr">
              <a:buNone/>
              <a:defRPr sz="7391"/>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92577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287175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3193093" y="7898047"/>
            <a:ext cx="40364569" cy="13178060"/>
          </a:xfrm>
        </p:spPr>
        <p:txBody>
          <a:bodyPr anchor="b"/>
          <a:lstStyle>
            <a:lvl1pPr>
              <a:defRPr sz="27716"/>
            </a:lvl1pPr>
          </a:lstStyle>
          <a:p>
            <a:r>
              <a:rPr lang="ja-JP" altLang="en-US"/>
              <a:t>マスター タイトルの書式設定</a:t>
            </a:r>
            <a:endParaRPr lang="en-US" dirty="0"/>
          </a:p>
        </p:txBody>
      </p:sp>
      <p:sp>
        <p:nvSpPr>
          <p:cNvPr id="3" name="Text Placeholder 2"/>
          <p:cNvSpPr>
            <a:spLocks noGrp="1"/>
          </p:cNvSpPr>
          <p:nvPr>
            <p:ph type="body" idx="1"/>
          </p:nvPr>
        </p:nvSpPr>
        <p:spPr>
          <a:xfrm>
            <a:off x="3193093" y="21200776"/>
            <a:ext cx="40364569" cy="6930031"/>
          </a:xfrm>
        </p:spPr>
        <p:txBody>
          <a:bodyPr/>
          <a:lstStyle>
            <a:lvl1pPr marL="0" indent="0">
              <a:buNone/>
              <a:defRPr sz="11087">
                <a:solidFill>
                  <a:schemeClr val="tx1"/>
                </a:solidFill>
              </a:defRPr>
            </a:lvl1pPr>
            <a:lvl2pPr marL="2111990" indent="0">
              <a:buNone/>
              <a:defRPr sz="9239">
                <a:solidFill>
                  <a:schemeClr val="tx1">
                    <a:tint val="75000"/>
                  </a:schemeClr>
                </a:solidFill>
              </a:defRPr>
            </a:lvl2pPr>
            <a:lvl3pPr marL="4223979" indent="0">
              <a:buNone/>
              <a:defRPr sz="8315">
                <a:solidFill>
                  <a:schemeClr val="tx1">
                    <a:tint val="75000"/>
                  </a:schemeClr>
                </a:solidFill>
              </a:defRPr>
            </a:lvl3pPr>
            <a:lvl4pPr marL="6335969" indent="0">
              <a:buNone/>
              <a:defRPr sz="7391">
                <a:solidFill>
                  <a:schemeClr val="tx1">
                    <a:tint val="75000"/>
                  </a:schemeClr>
                </a:solidFill>
              </a:defRPr>
            </a:lvl4pPr>
            <a:lvl5pPr marL="8447959" indent="0">
              <a:buNone/>
              <a:defRPr sz="7391">
                <a:solidFill>
                  <a:schemeClr val="tx1">
                    <a:tint val="75000"/>
                  </a:schemeClr>
                </a:solidFill>
              </a:defRPr>
            </a:lvl5pPr>
            <a:lvl6pPr marL="10559948" indent="0">
              <a:buNone/>
              <a:defRPr sz="7391">
                <a:solidFill>
                  <a:schemeClr val="tx1">
                    <a:tint val="75000"/>
                  </a:schemeClr>
                </a:solidFill>
              </a:defRPr>
            </a:lvl6pPr>
            <a:lvl7pPr marL="12671938" indent="0">
              <a:buNone/>
              <a:defRPr sz="7391">
                <a:solidFill>
                  <a:schemeClr val="tx1">
                    <a:tint val="75000"/>
                  </a:schemeClr>
                </a:solidFill>
              </a:defRPr>
            </a:lvl7pPr>
            <a:lvl8pPr marL="14783928" indent="0">
              <a:buNone/>
              <a:defRPr sz="7391">
                <a:solidFill>
                  <a:schemeClr val="tx1">
                    <a:tint val="75000"/>
                  </a:schemeClr>
                </a:solidFill>
              </a:defRPr>
            </a:lvl8pPr>
            <a:lvl9pPr marL="16895917" indent="0">
              <a:buNone/>
              <a:defRPr sz="7391">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2252779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3217465" y="8433373"/>
            <a:ext cx="19889788" cy="2010076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23692247" y="8433373"/>
            <a:ext cx="19889788" cy="2010076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027181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3223561" y="1686681"/>
            <a:ext cx="40364569" cy="6123365"/>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3223566" y="7766039"/>
            <a:ext cx="19798379" cy="3806016"/>
          </a:xfrm>
        </p:spPr>
        <p:txBody>
          <a:bodyPr anchor="b"/>
          <a:lstStyle>
            <a:lvl1pPr marL="0" indent="0">
              <a:buNone/>
              <a:defRPr sz="11087" b="1"/>
            </a:lvl1pPr>
            <a:lvl2pPr marL="2111990" indent="0">
              <a:buNone/>
              <a:defRPr sz="9239" b="1"/>
            </a:lvl2pPr>
            <a:lvl3pPr marL="4223979" indent="0">
              <a:buNone/>
              <a:defRPr sz="8315" b="1"/>
            </a:lvl3pPr>
            <a:lvl4pPr marL="6335969" indent="0">
              <a:buNone/>
              <a:defRPr sz="7391" b="1"/>
            </a:lvl4pPr>
            <a:lvl5pPr marL="8447959" indent="0">
              <a:buNone/>
              <a:defRPr sz="7391" b="1"/>
            </a:lvl5pPr>
            <a:lvl6pPr marL="10559948" indent="0">
              <a:buNone/>
              <a:defRPr sz="7391" b="1"/>
            </a:lvl6pPr>
            <a:lvl7pPr marL="12671938" indent="0">
              <a:buNone/>
              <a:defRPr sz="7391" b="1"/>
            </a:lvl7pPr>
            <a:lvl8pPr marL="14783928" indent="0">
              <a:buNone/>
              <a:defRPr sz="7391" b="1"/>
            </a:lvl8pPr>
            <a:lvl9pPr marL="16895917" indent="0">
              <a:buNone/>
              <a:defRPr sz="7391" b="1"/>
            </a:lvl9pPr>
          </a:lstStyle>
          <a:p>
            <a:pPr lvl="0"/>
            <a:r>
              <a:rPr lang="ja-JP" altLang="en-US"/>
              <a:t>マスター テキストの書式設定</a:t>
            </a:r>
          </a:p>
        </p:txBody>
      </p:sp>
      <p:sp>
        <p:nvSpPr>
          <p:cNvPr id="4" name="Content Placeholder 3"/>
          <p:cNvSpPr>
            <a:spLocks noGrp="1"/>
          </p:cNvSpPr>
          <p:nvPr>
            <p:ph sz="half" idx="2"/>
          </p:nvPr>
        </p:nvSpPr>
        <p:spPr>
          <a:xfrm>
            <a:off x="3223566" y="11572055"/>
            <a:ext cx="19798379" cy="1702075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23692249" y="7766039"/>
            <a:ext cx="19895883" cy="3806016"/>
          </a:xfrm>
        </p:spPr>
        <p:txBody>
          <a:bodyPr anchor="b"/>
          <a:lstStyle>
            <a:lvl1pPr marL="0" indent="0">
              <a:buNone/>
              <a:defRPr sz="11087" b="1"/>
            </a:lvl1pPr>
            <a:lvl2pPr marL="2111990" indent="0">
              <a:buNone/>
              <a:defRPr sz="9239" b="1"/>
            </a:lvl2pPr>
            <a:lvl3pPr marL="4223979" indent="0">
              <a:buNone/>
              <a:defRPr sz="8315" b="1"/>
            </a:lvl3pPr>
            <a:lvl4pPr marL="6335969" indent="0">
              <a:buNone/>
              <a:defRPr sz="7391" b="1"/>
            </a:lvl4pPr>
            <a:lvl5pPr marL="8447959" indent="0">
              <a:buNone/>
              <a:defRPr sz="7391" b="1"/>
            </a:lvl5pPr>
            <a:lvl6pPr marL="10559948" indent="0">
              <a:buNone/>
              <a:defRPr sz="7391" b="1"/>
            </a:lvl6pPr>
            <a:lvl7pPr marL="12671938" indent="0">
              <a:buNone/>
              <a:defRPr sz="7391" b="1"/>
            </a:lvl7pPr>
            <a:lvl8pPr marL="14783928" indent="0">
              <a:buNone/>
              <a:defRPr sz="7391" b="1"/>
            </a:lvl8pPr>
            <a:lvl9pPr marL="16895917" indent="0">
              <a:buNone/>
              <a:defRPr sz="7391" b="1"/>
            </a:lvl9pPr>
          </a:lstStyle>
          <a:p>
            <a:pPr lvl="0"/>
            <a:r>
              <a:rPr lang="ja-JP" altLang="en-US"/>
              <a:t>マスター テキストの書式設定</a:t>
            </a:r>
          </a:p>
        </p:txBody>
      </p:sp>
      <p:sp>
        <p:nvSpPr>
          <p:cNvPr id="6" name="Content Placeholder 5"/>
          <p:cNvSpPr>
            <a:spLocks noGrp="1"/>
          </p:cNvSpPr>
          <p:nvPr>
            <p:ph sz="quarter" idx="4"/>
          </p:nvPr>
        </p:nvSpPr>
        <p:spPr>
          <a:xfrm>
            <a:off x="23692249" y="11572055"/>
            <a:ext cx="19895883" cy="1702075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2697595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906018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368787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3223561" y="2112010"/>
            <a:ext cx="15094057" cy="7392035"/>
          </a:xfrm>
        </p:spPr>
        <p:txBody>
          <a:bodyPr anchor="b"/>
          <a:lstStyle>
            <a:lvl1pPr>
              <a:defRPr sz="14782"/>
            </a:lvl1pPr>
          </a:lstStyle>
          <a:p>
            <a:r>
              <a:rPr lang="ja-JP" altLang="en-US"/>
              <a:t>マスター タイトルの書式設定</a:t>
            </a:r>
            <a:endParaRPr lang="en-US" dirty="0"/>
          </a:p>
        </p:txBody>
      </p:sp>
      <p:sp>
        <p:nvSpPr>
          <p:cNvPr id="3" name="Content Placeholder 2"/>
          <p:cNvSpPr>
            <a:spLocks noGrp="1"/>
          </p:cNvSpPr>
          <p:nvPr>
            <p:ph idx="1"/>
          </p:nvPr>
        </p:nvSpPr>
        <p:spPr>
          <a:xfrm>
            <a:off x="19895883" y="4561362"/>
            <a:ext cx="23692247" cy="22513440"/>
          </a:xfrm>
        </p:spPr>
        <p:txBody>
          <a:bodyPr/>
          <a:lstStyle>
            <a:lvl1pPr>
              <a:defRPr sz="14782"/>
            </a:lvl1pPr>
            <a:lvl2pPr>
              <a:defRPr sz="12934"/>
            </a:lvl2pPr>
            <a:lvl3pPr>
              <a:defRPr sz="11087"/>
            </a:lvl3pPr>
            <a:lvl4pPr>
              <a:defRPr sz="9239"/>
            </a:lvl4pPr>
            <a:lvl5pPr>
              <a:defRPr sz="9239"/>
            </a:lvl5pPr>
            <a:lvl6pPr>
              <a:defRPr sz="9239"/>
            </a:lvl6pPr>
            <a:lvl7pPr>
              <a:defRPr sz="9239"/>
            </a:lvl7pPr>
            <a:lvl8pPr>
              <a:defRPr sz="9239"/>
            </a:lvl8pPr>
            <a:lvl9pPr>
              <a:defRPr sz="9239"/>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3223561" y="9504045"/>
            <a:ext cx="15094057" cy="17607419"/>
          </a:xfrm>
        </p:spPr>
        <p:txBody>
          <a:bodyPr/>
          <a:lstStyle>
            <a:lvl1pPr marL="0" indent="0">
              <a:buNone/>
              <a:defRPr sz="7391"/>
            </a:lvl1pPr>
            <a:lvl2pPr marL="2111990" indent="0">
              <a:buNone/>
              <a:defRPr sz="6467"/>
            </a:lvl2pPr>
            <a:lvl3pPr marL="4223979" indent="0">
              <a:buNone/>
              <a:defRPr sz="5543"/>
            </a:lvl3pPr>
            <a:lvl4pPr marL="6335969" indent="0">
              <a:buNone/>
              <a:defRPr sz="4619"/>
            </a:lvl4pPr>
            <a:lvl5pPr marL="8447959" indent="0">
              <a:buNone/>
              <a:defRPr sz="4619"/>
            </a:lvl5pPr>
            <a:lvl6pPr marL="10559948" indent="0">
              <a:buNone/>
              <a:defRPr sz="4619"/>
            </a:lvl6pPr>
            <a:lvl7pPr marL="12671938" indent="0">
              <a:buNone/>
              <a:defRPr sz="4619"/>
            </a:lvl7pPr>
            <a:lvl8pPr marL="14783928" indent="0">
              <a:buNone/>
              <a:defRPr sz="4619"/>
            </a:lvl8pPr>
            <a:lvl9pPr marL="16895917" indent="0">
              <a:buNone/>
              <a:defRPr sz="461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428451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3223561" y="2112010"/>
            <a:ext cx="15094057" cy="7392035"/>
          </a:xfrm>
        </p:spPr>
        <p:txBody>
          <a:bodyPr anchor="b"/>
          <a:lstStyle>
            <a:lvl1pPr>
              <a:defRPr sz="14782"/>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9895883" y="4561362"/>
            <a:ext cx="23692247" cy="22513440"/>
          </a:xfrm>
        </p:spPr>
        <p:txBody>
          <a:bodyPr anchor="t"/>
          <a:lstStyle>
            <a:lvl1pPr marL="0" indent="0">
              <a:buNone/>
              <a:defRPr sz="14782"/>
            </a:lvl1pPr>
            <a:lvl2pPr marL="2111990" indent="0">
              <a:buNone/>
              <a:defRPr sz="12934"/>
            </a:lvl2pPr>
            <a:lvl3pPr marL="4223979" indent="0">
              <a:buNone/>
              <a:defRPr sz="11087"/>
            </a:lvl3pPr>
            <a:lvl4pPr marL="6335969" indent="0">
              <a:buNone/>
              <a:defRPr sz="9239"/>
            </a:lvl4pPr>
            <a:lvl5pPr marL="8447959" indent="0">
              <a:buNone/>
              <a:defRPr sz="9239"/>
            </a:lvl5pPr>
            <a:lvl6pPr marL="10559948" indent="0">
              <a:buNone/>
              <a:defRPr sz="9239"/>
            </a:lvl6pPr>
            <a:lvl7pPr marL="12671938" indent="0">
              <a:buNone/>
              <a:defRPr sz="9239"/>
            </a:lvl7pPr>
            <a:lvl8pPr marL="14783928" indent="0">
              <a:buNone/>
              <a:defRPr sz="9239"/>
            </a:lvl8pPr>
            <a:lvl9pPr marL="16895917" indent="0">
              <a:buNone/>
              <a:defRPr sz="9239"/>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3223561" y="9504045"/>
            <a:ext cx="15094057" cy="17607419"/>
          </a:xfrm>
        </p:spPr>
        <p:txBody>
          <a:bodyPr/>
          <a:lstStyle>
            <a:lvl1pPr marL="0" indent="0">
              <a:buNone/>
              <a:defRPr sz="7391"/>
            </a:lvl1pPr>
            <a:lvl2pPr marL="2111990" indent="0">
              <a:buNone/>
              <a:defRPr sz="6467"/>
            </a:lvl2pPr>
            <a:lvl3pPr marL="4223979" indent="0">
              <a:buNone/>
              <a:defRPr sz="5543"/>
            </a:lvl3pPr>
            <a:lvl4pPr marL="6335969" indent="0">
              <a:buNone/>
              <a:defRPr sz="4619"/>
            </a:lvl4pPr>
            <a:lvl5pPr marL="8447959" indent="0">
              <a:buNone/>
              <a:defRPr sz="4619"/>
            </a:lvl5pPr>
            <a:lvl6pPr marL="10559948" indent="0">
              <a:buNone/>
              <a:defRPr sz="4619"/>
            </a:lvl6pPr>
            <a:lvl7pPr marL="12671938" indent="0">
              <a:buNone/>
              <a:defRPr sz="4619"/>
            </a:lvl7pPr>
            <a:lvl8pPr marL="14783928" indent="0">
              <a:buNone/>
              <a:defRPr sz="4619"/>
            </a:lvl8pPr>
            <a:lvl9pPr marL="16895917" indent="0">
              <a:buNone/>
              <a:defRPr sz="461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4080124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91135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490895" y="1686675"/>
            <a:ext cx="10091142" cy="2684746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3217468" y="1686675"/>
            <a:ext cx="29688433" cy="2684746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284947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17466" y="1686681"/>
            <a:ext cx="40364569" cy="6123365"/>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3217466" y="8433373"/>
            <a:ext cx="40364569" cy="2010076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3217465" y="29362812"/>
            <a:ext cx="10529888" cy="1686675"/>
          </a:xfrm>
          <a:prstGeom prst="rect">
            <a:avLst/>
          </a:prstGeom>
        </p:spPr>
        <p:txBody>
          <a:bodyPr vert="horz" lIns="91440" tIns="45720" rIns="91440" bIns="45720" rtlCol="0" anchor="ctr"/>
          <a:lstStyle>
            <a:lvl1pPr algn="l">
              <a:defRPr sz="5543">
                <a:solidFill>
                  <a:schemeClr val="tx1">
                    <a:tint val="75000"/>
                  </a:schemeClr>
                </a:solidFill>
              </a:defRPr>
            </a:lvl1p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3"/>
          </p:nvPr>
        </p:nvSpPr>
        <p:spPr>
          <a:xfrm>
            <a:off x="15502335" y="29362812"/>
            <a:ext cx="15794831" cy="1686675"/>
          </a:xfrm>
          <a:prstGeom prst="rect">
            <a:avLst/>
          </a:prstGeom>
        </p:spPr>
        <p:txBody>
          <a:bodyPr vert="horz" lIns="91440" tIns="45720" rIns="91440" bIns="45720" rtlCol="0" anchor="ctr"/>
          <a:lstStyle>
            <a:lvl1pPr algn="ctr">
              <a:defRPr sz="5543">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33052147" y="29362812"/>
            <a:ext cx="10529888" cy="1686675"/>
          </a:xfrm>
          <a:prstGeom prst="rect">
            <a:avLst/>
          </a:prstGeom>
        </p:spPr>
        <p:txBody>
          <a:bodyPr vert="horz" lIns="91440" tIns="45720" rIns="91440" bIns="45720" rtlCol="0" anchor="ctr"/>
          <a:lstStyle>
            <a:lvl1pPr algn="r">
              <a:defRPr sz="5543">
                <a:solidFill>
                  <a:schemeClr val="tx1">
                    <a:tint val="75000"/>
                  </a:schemeClr>
                </a:solidFill>
              </a:defRPr>
            </a:lvl1p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657780662"/>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4223979" rtl="0" eaLnBrk="1" latinLnBrk="0" hangingPunct="1">
        <a:lnSpc>
          <a:spcPct val="90000"/>
        </a:lnSpc>
        <a:spcBef>
          <a:spcPct val="0"/>
        </a:spcBef>
        <a:buNone/>
        <a:defRPr kumimoji="1" sz="20325" kern="1200">
          <a:solidFill>
            <a:schemeClr val="tx1"/>
          </a:solidFill>
          <a:latin typeface="+mj-lt"/>
          <a:ea typeface="+mj-ea"/>
          <a:cs typeface="+mj-cs"/>
        </a:defRPr>
      </a:lvl1pPr>
    </p:titleStyle>
    <p:bodyStyle>
      <a:lvl1pPr marL="1055995" indent="-1055995" algn="l" defTabSz="4223979" rtl="0" eaLnBrk="1" latinLnBrk="0" hangingPunct="1">
        <a:lnSpc>
          <a:spcPct val="90000"/>
        </a:lnSpc>
        <a:spcBef>
          <a:spcPts val="4619"/>
        </a:spcBef>
        <a:buFont typeface="Arial" panose="020B0604020202020204" pitchFamily="34" charset="0"/>
        <a:buChar char="•"/>
        <a:defRPr kumimoji="1" sz="12934" kern="1200">
          <a:solidFill>
            <a:schemeClr val="tx1"/>
          </a:solidFill>
          <a:latin typeface="+mn-lt"/>
          <a:ea typeface="+mn-ea"/>
          <a:cs typeface="+mn-cs"/>
        </a:defRPr>
      </a:lvl1pPr>
      <a:lvl2pPr marL="3167985" indent="-1055995" algn="l" defTabSz="4223979" rtl="0" eaLnBrk="1" latinLnBrk="0" hangingPunct="1">
        <a:lnSpc>
          <a:spcPct val="90000"/>
        </a:lnSpc>
        <a:spcBef>
          <a:spcPts val="2310"/>
        </a:spcBef>
        <a:buFont typeface="Arial" panose="020B0604020202020204" pitchFamily="34" charset="0"/>
        <a:buChar char="•"/>
        <a:defRPr kumimoji="1" sz="11087" kern="1200">
          <a:solidFill>
            <a:schemeClr val="tx1"/>
          </a:solidFill>
          <a:latin typeface="+mn-lt"/>
          <a:ea typeface="+mn-ea"/>
          <a:cs typeface="+mn-cs"/>
        </a:defRPr>
      </a:lvl2pPr>
      <a:lvl3pPr marL="5279974" indent="-1055995" algn="l" defTabSz="4223979" rtl="0" eaLnBrk="1" latinLnBrk="0" hangingPunct="1">
        <a:lnSpc>
          <a:spcPct val="90000"/>
        </a:lnSpc>
        <a:spcBef>
          <a:spcPts val="2310"/>
        </a:spcBef>
        <a:buFont typeface="Arial" panose="020B0604020202020204" pitchFamily="34" charset="0"/>
        <a:buChar char="•"/>
        <a:defRPr kumimoji="1" sz="9239" kern="1200">
          <a:solidFill>
            <a:schemeClr val="tx1"/>
          </a:solidFill>
          <a:latin typeface="+mn-lt"/>
          <a:ea typeface="+mn-ea"/>
          <a:cs typeface="+mn-cs"/>
        </a:defRPr>
      </a:lvl3pPr>
      <a:lvl4pPr marL="7391964" indent="-1055995" algn="l" defTabSz="4223979" rtl="0" eaLnBrk="1" latinLnBrk="0" hangingPunct="1">
        <a:lnSpc>
          <a:spcPct val="90000"/>
        </a:lnSpc>
        <a:spcBef>
          <a:spcPts val="2310"/>
        </a:spcBef>
        <a:buFont typeface="Arial" panose="020B0604020202020204" pitchFamily="34" charset="0"/>
        <a:buChar char="•"/>
        <a:defRPr kumimoji="1" sz="8315" kern="1200">
          <a:solidFill>
            <a:schemeClr val="tx1"/>
          </a:solidFill>
          <a:latin typeface="+mn-lt"/>
          <a:ea typeface="+mn-ea"/>
          <a:cs typeface="+mn-cs"/>
        </a:defRPr>
      </a:lvl4pPr>
      <a:lvl5pPr marL="9503954" indent="-1055995" algn="l" defTabSz="4223979" rtl="0" eaLnBrk="1" latinLnBrk="0" hangingPunct="1">
        <a:lnSpc>
          <a:spcPct val="90000"/>
        </a:lnSpc>
        <a:spcBef>
          <a:spcPts val="2310"/>
        </a:spcBef>
        <a:buFont typeface="Arial" panose="020B0604020202020204" pitchFamily="34" charset="0"/>
        <a:buChar char="•"/>
        <a:defRPr kumimoji="1" sz="8315" kern="1200">
          <a:solidFill>
            <a:schemeClr val="tx1"/>
          </a:solidFill>
          <a:latin typeface="+mn-lt"/>
          <a:ea typeface="+mn-ea"/>
          <a:cs typeface="+mn-cs"/>
        </a:defRPr>
      </a:lvl5pPr>
      <a:lvl6pPr marL="11615943" indent="-1055995" algn="l" defTabSz="4223979" rtl="0" eaLnBrk="1" latinLnBrk="0" hangingPunct="1">
        <a:lnSpc>
          <a:spcPct val="90000"/>
        </a:lnSpc>
        <a:spcBef>
          <a:spcPts val="2310"/>
        </a:spcBef>
        <a:buFont typeface="Arial" panose="020B0604020202020204" pitchFamily="34" charset="0"/>
        <a:buChar char="•"/>
        <a:defRPr kumimoji="1" sz="8315" kern="1200">
          <a:solidFill>
            <a:schemeClr val="tx1"/>
          </a:solidFill>
          <a:latin typeface="+mn-lt"/>
          <a:ea typeface="+mn-ea"/>
          <a:cs typeface="+mn-cs"/>
        </a:defRPr>
      </a:lvl6pPr>
      <a:lvl7pPr marL="13727933" indent="-1055995" algn="l" defTabSz="4223979" rtl="0" eaLnBrk="1" latinLnBrk="0" hangingPunct="1">
        <a:lnSpc>
          <a:spcPct val="90000"/>
        </a:lnSpc>
        <a:spcBef>
          <a:spcPts val="2310"/>
        </a:spcBef>
        <a:buFont typeface="Arial" panose="020B0604020202020204" pitchFamily="34" charset="0"/>
        <a:buChar char="•"/>
        <a:defRPr kumimoji="1" sz="8315" kern="1200">
          <a:solidFill>
            <a:schemeClr val="tx1"/>
          </a:solidFill>
          <a:latin typeface="+mn-lt"/>
          <a:ea typeface="+mn-ea"/>
          <a:cs typeface="+mn-cs"/>
        </a:defRPr>
      </a:lvl7pPr>
      <a:lvl8pPr marL="15839923" indent="-1055995" algn="l" defTabSz="4223979" rtl="0" eaLnBrk="1" latinLnBrk="0" hangingPunct="1">
        <a:lnSpc>
          <a:spcPct val="90000"/>
        </a:lnSpc>
        <a:spcBef>
          <a:spcPts val="2310"/>
        </a:spcBef>
        <a:buFont typeface="Arial" panose="020B0604020202020204" pitchFamily="34" charset="0"/>
        <a:buChar char="•"/>
        <a:defRPr kumimoji="1" sz="8315" kern="1200">
          <a:solidFill>
            <a:schemeClr val="tx1"/>
          </a:solidFill>
          <a:latin typeface="+mn-lt"/>
          <a:ea typeface="+mn-ea"/>
          <a:cs typeface="+mn-cs"/>
        </a:defRPr>
      </a:lvl8pPr>
      <a:lvl9pPr marL="17951912" indent="-1055995" algn="l" defTabSz="4223979" rtl="0" eaLnBrk="1" latinLnBrk="0" hangingPunct="1">
        <a:lnSpc>
          <a:spcPct val="90000"/>
        </a:lnSpc>
        <a:spcBef>
          <a:spcPts val="2310"/>
        </a:spcBef>
        <a:buFont typeface="Arial" panose="020B0604020202020204" pitchFamily="34" charset="0"/>
        <a:buChar char="•"/>
        <a:defRPr kumimoji="1" sz="8315" kern="1200">
          <a:solidFill>
            <a:schemeClr val="tx1"/>
          </a:solidFill>
          <a:latin typeface="+mn-lt"/>
          <a:ea typeface="+mn-ea"/>
          <a:cs typeface="+mn-cs"/>
        </a:defRPr>
      </a:lvl9pPr>
    </p:bodyStyle>
    <p:otherStyle>
      <a:defPPr>
        <a:defRPr lang="en-US"/>
      </a:defPPr>
      <a:lvl1pPr marL="0" algn="l" defTabSz="4223979" rtl="0" eaLnBrk="1" latinLnBrk="0" hangingPunct="1">
        <a:defRPr kumimoji="1" sz="8315" kern="1200">
          <a:solidFill>
            <a:schemeClr val="tx1"/>
          </a:solidFill>
          <a:latin typeface="+mn-lt"/>
          <a:ea typeface="+mn-ea"/>
          <a:cs typeface="+mn-cs"/>
        </a:defRPr>
      </a:lvl1pPr>
      <a:lvl2pPr marL="2111990" algn="l" defTabSz="4223979" rtl="0" eaLnBrk="1" latinLnBrk="0" hangingPunct="1">
        <a:defRPr kumimoji="1" sz="8315" kern="1200">
          <a:solidFill>
            <a:schemeClr val="tx1"/>
          </a:solidFill>
          <a:latin typeface="+mn-lt"/>
          <a:ea typeface="+mn-ea"/>
          <a:cs typeface="+mn-cs"/>
        </a:defRPr>
      </a:lvl2pPr>
      <a:lvl3pPr marL="4223979" algn="l" defTabSz="4223979" rtl="0" eaLnBrk="1" latinLnBrk="0" hangingPunct="1">
        <a:defRPr kumimoji="1" sz="8315" kern="1200">
          <a:solidFill>
            <a:schemeClr val="tx1"/>
          </a:solidFill>
          <a:latin typeface="+mn-lt"/>
          <a:ea typeface="+mn-ea"/>
          <a:cs typeface="+mn-cs"/>
        </a:defRPr>
      </a:lvl3pPr>
      <a:lvl4pPr marL="6335969" algn="l" defTabSz="4223979" rtl="0" eaLnBrk="1" latinLnBrk="0" hangingPunct="1">
        <a:defRPr kumimoji="1" sz="8315" kern="1200">
          <a:solidFill>
            <a:schemeClr val="tx1"/>
          </a:solidFill>
          <a:latin typeface="+mn-lt"/>
          <a:ea typeface="+mn-ea"/>
          <a:cs typeface="+mn-cs"/>
        </a:defRPr>
      </a:lvl4pPr>
      <a:lvl5pPr marL="8447959" algn="l" defTabSz="4223979" rtl="0" eaLnBrk="1" latinLnBrk="0" hangingPunct="1">
        <a:defRPr kumimoji="1" sz="8315" kern="1200">
          <a:solidFill>
            <a:schemeClr val="tx1"/>
          </a:solidFill>
          <a:latin typeface="+mn-lt"/>
          <a:ea typeface="+mn-ea"/>
          <a:cs typeface="+mn-cs"/>
        </a:defRPr>
      </a:lvl5pPr>
      <a:lvl6pPr marL="10559948" algn="l" defTabSz="4223979" rtl="0" eaLnBrk="1" latinLnBrk="0" hangingPunct="1">
        <a:defRPr kumimoji="1" sz="8315" kern="1200">
          <a:solidFill>
            <a:schemeClr val="tx1"/>
          </a:solidFill>
          <a:latin typeface="+mn-lt"/>
          <a:ea typeface="+mn-ea"/>
          <a:cs typeface="+mn-cs"/>
        </a:defRPr>
      </a:lvl6pPr>
      <a:lvl7pPr marL="12671938" algn="l" defTabSz="4223979" rtl="0" eaLnBrk="1" latinLnBrk="0" hangingPunct="1">
        <a:defRPr kumimoji="1" sz="8315" kern="1200">
          <a:solidFill>
            <a:schemeClr val="tx1"/>
          </a:solidFill>
          <a:latin typeface="+mn-lt"/>
          <a:ea typeface="+mn-ea"/>
          <a:cs typeface="+mn-cs"/>
        </a:defRPr>
      </a:lvl7pPr>
      <a:lvl8pPr marL="14783928" algn="l" defTabSz="4223979" rtl="0" eaLnBrk="1" latinLnBrk="0" hangingPunct="1">
        <a:defRPr kumimoji="1" sz="8315" kern="1200">
          <a:solidFill>
            <a:schemeClr val="tx1"/>
          </a:solidFill>
          <a:latin typeface="+mn-lt"/>
          <a:ea typeface="+mn-ea"/>
          <a:cs typeface="+mn-cs"/>
        </a:defRPr>
      </a:lvl8pPr>
      <a:lvl9pPr marL="16895917" algn="l" defTabSz="4223979" rtl="0" eaLnBrk="1" latinLnBrk="0" hangingPunct="1">
        <a:defRPr kumimoji="1" sz="83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24">
            <a:extLst>
              <a:ext uri="{FF2B5EF4-FFF2-40B4-BE49-F238E27FC236}">
                <a16:creationId xmlns:a16="http://schemas.microsoft.com/office/drawing/2014/main" id="{70705572-5C96-6183-477F-38B15B7F5EF5}"/>
              </a:ext>
            </a:extLst>
          </p:cNvPr>
          <p:cNvGraphicFramePr>
            <a:graphicFrameLocks noGrp="1"/>
          </p:cNvGraphicFramePr>
          <p:nvPr>
            <p:extLst>
              <p:ext uri="{D42A27DB-BD31-4B8C-83A1-F6EECF244321}">
                <p14:modId xmlns:p14="http://schemas.microsoft.com/office/powerpoint/2010/main" val="225673823"/>
              </p:ext>
            </p:extLst>
          </p:nvPr>
        </p:nvGraphicFramePr>
        <p:xfrm>
          <a:off x="12581803" y="810369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L0051</a:t>
                      </a:r>
                    </a:p>
                    <a:p>
                      <a:pPr algn="ctr"/>
                      <a:r>
                        <a:rPr kumimoji="1" lang="ja-JP" altLang="en-US" sz="1400" b="0">
                          <a:solidFill>
                            <a:schemeClr val="tx1"/>
                          </a:solidFill>
                        </a:rPr>
                        <a:t>新潟</a:t>
                      </a:r>
                      <a:endParaRPr kumimoji="1" lang="en-US" altLang="ja-JP" sz="1400" b="0" dirty="0">
                        <a:solidFill>
                          <a:schemeClr val="tx1"/>
                        </a:solidFil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5"/>
                    </a:solidFill>
                  </a:tcPr>
                </a:tc>
                <a:tc>
                  <a:txBody>
                    <a:bodyPr/>
                    <a:lstStyle/>
                    <a:p>
                      <a:pPr algn="ctr"/>
                      <a:r>
                        <a:rPr lang="ja-JP" altLang="en-US" sz="1400" b="0">
                          <a:solidFill>
                            <a:schemeClr val="tx1"/>
                          </a:solidFill>
                        </a:rPr>
                        <a:t>といふち</a:t>
                      </a:r>
                      <a:endParaRPr lang="en-US" altLang="ja-JP" sz="1400" b="0" dirty="0">
                        <a:solidFill>
                          <a:schemeClr val="tx1"/>
                        </a:solidFill>
                      </a:endParaRPr>
                    </a:p>
                    <a:p>
                      <a:pPr algn="ctr"/>
                      <a:r>
                        <a:rPr lang="en-US" altLang="ja-JP" sz="1400" b="0" dirty="0">
                          <a:solidFill>
                            <a:schemeClr val="tx1"/>
                          </a:solidFill>
                        </a:rPr>
                        <a:t>24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 name="角丸四角形吹き出し 7">
            <a:extLst>
              <a:ext uri="{FF2B5EF4-FFF2-40B4-BE49-F238E27FC236}">
                <a16:creationId xmlns:a16="http://schemas.microsoft.com/office/drawing/2014/main" id="{5F692BEA-6711-F207-D2EC-B474BD950260}"/>
              </a:ext>
            </a:extLst>
          </p:cNvPr>
          <p:cNvSpPr/>
          <p:nvPr/>
        </p:nvSpPr>
        <p:spPr>
          <a:xfrm>
            <a:off x="8642707" y="8108484"/>
            <a:ext cx="3363363"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ysClr val="windowText" lastClr="000000"/>
                </a:solidFill>
              </a:rPr>
              <a:t>来年就職に伴い関西の方に行きます。より多くのイベントに参加する事を楽しみにしています。</a:t>
            </a:r>
            <a:endParaRPr lang="en-US" altLang="ja-JP" sz="1100" dirty="0">
              <a:solidFill>
                <a:sysClr val="windowText" lastClr="000000"/>
              </a:solidFill>
            </a:endParaRPr>
          </a:p>
        </p:txBody>
      </p:sp>
      <p:sp>
        <p:nvSpPr>
          <p:cNvPr id="10" name="角丸四角形吹き出し 9">
            <a:extLst>
              <a:ext uri="{FF2B5EF4-FFF2-40B4-BE49-F238E27FC236}">
                <a16:creationId xmlns:a16="http://schemas.microsoft.com/office/drawing/2014/main" id="{A1B6AB46-56E6-90EF-1E18-5280064D4440}"/>
              </a:ext>
            </a:extLst>
          </p:cNvPr>
          <p:cNvSpPr/>
          <p:nvPr/>
        </p:nvSpPr>
        <p:spPr>
          <a:xfrm>
            <a:off x="8642698" y="9608274"/>
            <a:ext cx="3331384"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よろしくお願いします！</a:t>
            </a:r>
          </a:p>
        </p:txBody>
      </p:sp>
      <p:graphicFrame>
        <p:nvGraphicFramePr>
          <p:cNvPr id="11" name="表 24">
            <a:extLst>
              <a:ext uri="{FF2B5EF4-FFF2-40B4-BE49-F238E27FC236}">
                <a16:creationId xmlns:a16="http://schemas.microsoft.com/office/drawing/2014/main" id="{FB956A9E-79AF-B2D4-8F5F-AE813D55AB3D}"/>
              </a:ext>
            </a:extLst>
          </p:cNvPr>
          <p:cNvGraphicFramePr>
            <a:graphicFrameLocks noGrp="1"/>
          </p:cNvGraphicFramePr>
          <p:nvPr>
            <p:extLst>
              <p:ext uri="{D42A27DB-BD31-4B8C-83A1-F6EECF244321}">
                <p14:modId xmlns:p14="http://schemas.microsoft.com/office/powerpoint/2010/main" val="1501722259"/>
              </p:ext>
            </p:extLst>
          </p:nvPr>
        </p:nvGraphicFramePr>
        <p:xfrm>
          <a:off x="12581803" y="961817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L0053</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ja-JP" altLang="en-US" sz="1400" b="0">
                          <a:solidFill>
                            <a:schemeClr val="tx1"/>
                          </a:solidFill>
                        </a:rPr>
                        <a:t>フォンシェ</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 name="角丸四角形吹き出し 11">
            <a:extLst>
              <a:ext uri="{FF2B5EF4-FFF2-40B4-BE49-F238E27FC236}">
                <a16:creationId xmlns:a16="http://schemas.microsoft.com/office/drawing/2014/main" id="{22F39C20-D134-64DD-F152-EC285F5E2948}"/>
              </a:ext>
            </a:extLst>
          </p:cNvPr>
          <p:cNvSpPr/>
          <p:nvPr/>
        </p:nvSpPr>
        <p:spPr>
          <a:xfrm>
            <a:off x="8642716" y="10341837"/>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ボンカタリスナーです。</a:t>
            </a:r>
            <a:endParaRPr lang="en-US" altLang="ja-JP" sz="1400" dirty="0">
              <a:solidFill>
                <a:sysClr val="windowText" lastClr="000000"/>
              </a:solidFill>
            </a:endParaRPr>
          </a:p>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13" name="表 24">
            <a:extLst>
              <a:ext uri="{FF2B5EF4-FFF2-40B4-BE49-F238E27FC236}">
                <a16:creationId xmlns:a16="http://schemas.microsoft.com/office/drawing/2014/main" id="{684F0C4C-F671-4C03-54AC-0EFD0D8D0907}"/>
              </a:ext>
            </a:extLst>
          </p:cNvPr>
          <p:cNvGraphicFramePr>
            <a:graphicFrameLocks noGrp="1"/>
          </p:cNvGraphicFramePr>
          <p:nvPr>
            <p:extLst>
              <p:ext uri="{D42A27DB-BD31-4B8C-83A1-F6EECF244321}">
                <p14:modId xmlns:p14="http://schemas.microsoft.com/office/powerpoint/2010/main" val="2711096106"/>
              </p:ext>
            </p:extLst>
          </p:nvPr>
        </p:nvGraphicFramePr>
        <p:xfrm>
          <a:off x="12581803" y="1037540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L0054</a:t>
                      </a:r>
                    </a:p>
                    <a:p>
                      <a:pPr algn="ctr"/>
                      <a:r>
                        <a:rPr kumimoji="1" lang="ja-JP" altLang="en-US" sz="1400" b="0">
                          <a:solidFill>
                            <a:schemeClr val="tx1"/>
                          </a:solidFill>
                        </a:rPr>
                        <a:t>奈良市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400" b="0">
                          <a:solidFill>
                            <a:schemeClr val="tx1"/>
                          </a:solidFill>
                        </a:rPr>
                        <a:t>幸子</a:t>
                      </a:r>
                      <a:endParaRPr lang="en-US" altLang="ja-JP" sz="1400" b="0" dirty="0">
                        <a:solidFill>
                          <a:schemeClr val="tx1"/>
                        </a:solidFill>
                      </a:endParaRPr>
                    </a:p>
                    <a:p>
                      <a:pPr algn="ctr"/>
                      <a:r>
                        <a:rPr lang="en-US" altLang="ja-JP" sz="1400" b="0" dirty="0">
                          <a:solidFill>
                            <a:schemeClr val="tx1"/>
                          </a:solidFill>
                        </a:rPr>
                        <a:t>57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4" name="角丸四角形吹き出し 13">
            <a:extLst>
              <a:ext uri="{FF2B5EF4-FFF2-40B4-BE49-F238E27FC236}">
                <a16:creationId xmlns:a16="http://schemas.microsoft.com/office/drawing/2014/main" id="{A4C61854-2BFF-1819-DA9D-0FD91CCB5564}"/>
              </a:ext>
            </a:extLst>
          </p:cNvPr>
          <p:cNvSpPr/>
          <p:nvPr/>
        </p:nvSpPr>
        <p:spPr>
          <a:xfrm>
            <a:off x="8642716" y="11094552"/>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皆さんと交流できて嬉しいです！</a:t>
            </a:r>
            <a:endParaRPr lang="en-US" altLang="ja-JP" sz="1400" dirty="0">
              <a:solidFill>
                <a:sysClr val="windowText" lastClr="000000"/>
              </a:solidFill>
            </a:endParaRPr>
          </a:p>
        </p:txBody>
      </p:sp>
      <p:graphicFrame>
        <p:nvGraphicFramePr>
          <p:cNvPr id="15" name="表 24">
            <a:extLst>
              <a:ext uri="{FF2B5EF4-FFF2-40B4-BE49-F238E27FC236}">
                <a16:creationId xmlns:a16="http://schemas.microsoft.com/office/drawing/2014/main" id="{68586AE6-D4A8-42A1-AACB-FE6B9F54DE89}"/>
              </a:ext>
            </a:extLst>
          </p:cNvPr>
          <p:cNvGraphicFramePr>
            <a:graphicFrameLocks noGrp="1"/>
          </p:cNvGraphicFramePr>
          <p:nvPr>
            <p:extLst>
              <p:ext uri="{D42A27DB-BD31-4B8C-83A1-F6EECF244321}">
                <p14:modId xmlns:p14="http://schemas.microsoft.com/office/powerpoint/2010/main" val="2864938777"/>
              </p:ext>
            </p:extLst>
          </p:nvPr>
        </p:nvGraphicFramePr>
        <p:xfrm>
          <a:off x="12581803" y="1113264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L0055</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たけ</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6" name="角丸四角形吹き出し 15">
            <a:extLst>
              <a:ext uri="{FF2B5EF4-FFF2-40B4-BE49-F238E27FC236}">
                <a16:creationId xmlns:a16="http://schemas.microsoft.com/office/drawing/2014/main" id="{1358B9B0-F005-D441-B549-504FC655FECB}"/>
              </a:ext>
            </a:extLst>
          </p:cNvPr>
          <p:cNvSpPr/>
          <p:nvPr/>
        </p:nvSpPr>
        <p:spPr>
          <a:xfrm>
            <a:off x="8642716" y="11857608"/>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ミルクボーイさんが大好きです。</a:t>
            </a:r>
            <a:endParaRPr lang="en-US" altLang="ja-JP" sz="1400" dirty="0">
              <a:solidFill>
                <a:sysClr val="windowText" lastClr="000000"/>
              </a:solidFill>
            </a:endParaRPr>
          </a:p>
          <a:p>
            <a:pPr algn="ctr"/>
            <a:r>
              <a:rPr lang="ja-JP" altLang="en-US" sz="1400">
                <a:solidFill>
                  <a:sysClr val="windowText" lastClr="000000"/>
                </a:solidFill>
              </a:rPr>
              <a:t>私も仲間に入れて下さい。</a:t>
            </a:r>
            <a:endParaRPr lang="en-US" altLang="ja-JP" sz="1400" dirty="0">
              <a:solidFill>
                <a:sysClr val="windowText" lastClr="000000"/>
              </a:solidFill>
            </a:endParaRPr>
          </a:p>
        </p:txBody>
      </p:sp>
      <p:graphicFrame>
        <p:nvGraphicFramePr>
          <p:cNvPr id="17" name="表 24">
            <a:extLst>
              <a:ext uri="{FF2B5EF4-FFF2-40B4-BE49-F238E27FC236}">
                <a16:creationId xmlns:a16="http://schemas.microsoft.com/office/drawing/2014/main" id="{730AE6AE-5423-B4FB-47F4-16F323305360}"/>
              </a:ext>
            </a:extLst>
          </p:cNvPr>
          <p:cNvGraphicFramePr>
            <a:graphicFrameLocks noGrp="1"/>
          </p:cNvGraphicFramePr>
          <p:nvPr>
            <p:extLst>
              <p:ext uri="{D42A27DB-BD31-4B8C-83A1-F6EECF244321}">
                <p14:modId xmlns:p14="http://schemas.microsoft.com/office/powerpoint/2010/main" val="2921066724"/>
              </p:ext>
            </p:extLst>
          </p:nvPr>
        </p:nvGraphicFramePr>
        <p:xfrm>
          <a:off x="12581803" y="1188987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L0056</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marL="0" marR="0" lvl="0" indent="0" algn="ctr" defTabSz="2429927" rtl="0" eaLnBrk="1" fontAlgn="auto" latinLnBrk="0" hangingPunct="1">
                        <a:lnSpc>
                          <a:spcPct val="100000"/>
                        </a:lnSpc>
                        <a:spcBef>
                          <a:spcPts val="0"/>
                        </a:spcBef>
                        <a:spcAft>
                          <a:spcPts val="0"/>
                        </a:spcAft>
                        <a:buClrTx/>
                        <a:buSzTx/>
                        <a:buFontTx/>
                        <a:buNone/>
                        <a:tabLst/>
                        <a:defRPr/>
                      </a:pPr>
                      <a:r>
                        <a:rPr lang="ja-JP" altLang="en-US" sz="1400" b="0" u="none" strike="noStrike">
                          <a:solidFill>
                            <a:schemeClr val="tx1"/>
                          </a:solidFill>
                          <a:effectLst/>
                        </a:rPr>
                        <a:t>眞理</a:t>
                      </a:r>
                      <a:endParaRPr lang="en-US" altLang="ja-JP" sz="1400" b="0" dirty="0">
                        <a:solidFill>
                          <a:schemeClr val="tx1"/>
                        </a:solidFill>
                      </a:endParaRPr>
                    </a:p>
                    <a:p>
                      <a:pPr algn="ctr"/>
                      <a:r>
                        <a:rPr lang="en-US" altLang="ja-JP" sz="1400" b="0" dirty="0">
                          <a:solidFill>
                            <a:schemeClr val="tx1"/>
                          </a:solidFill>
                        </a:rPr>
                        <a:t>60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 name="角丸四角形吹き出し 17">
            <a:extLst>
              <a:ext uri="{FF2B5EF4-FFF2-40B4-BE49-F238E27FC236}">
                <a16:creationId xmlns:a16="http://schemas.microsoft.com/office/drawing/2014/main" id="{F333242B-6B2D-BBCB-AA9F-84035E612F2E}"/>
              </a:ext>
            </a:extLst>
          </p:cNvPr>
          <p:cNvSpPr/>
          <p:nvPr/>
        </p:nvSpPr>
        <p:spPr>
          <a:xfrm>
            <a:off x="8642716" y="12619035"/>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伊豆住みのボンカタ＆みるかよリスナーです！かずこの会最高！！</a:t>
            </a:r>
            <a:endParaRPr lang="en-US" altLang="ja-JP" sz="1400" dirty="0">
              <a:solidFill>
                <a:sysClr val="windowText" lastClr="000000"/>
              </a:solidFill>
            </a:endParaRPr>
          </a:p>
        </p:txBody>
      </p:sp>
      <p:graphicFrame>
        <p:nvGraphicFramePr>
          <p:cNvPr id="19" name="表 24">
            <a:extLst>
              <a:ext uri="{FF2B5EF4-FFF2-40B4-BE49-F238E27FC236}">
                <a16:creationId xmlns:a16="http://schemas.microsoft.com/office/drawing/2014/main" id="{6F822DAA-F539-5472-4078-D52596BECF77}"/>
              </a:ext>
            </a:extLst>
          </p:cNvPr>
          <p:cNvGraphicFramePr>
            <a:graphicFrameLocks noGrp="1"/>
          </p:cNvGraphicFramePr>
          <p:nvPr>
            <p:extLst>
              <p:ext uri="{D42A27DB-BD31-4B8C-83A1-F6EECF244321}">
                <p14:modId xmlns:p14="http://schemas.microsoft.com/office/powerpoint/2010/main" val="844192045"/>
              </p:ext>
            </p:extLst>
          </p:nvPr>
        </p:nvGraphicFramePr>
        <p:xfrm>
          <a:off x="12581803" y="1264711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L0057</a:t>
                      </a:r>
                    </a:p>
                    <a:p>
                      <a:pPr algn="ctr"/>
                      <a:r>
                        <a:rPr kumimoji="1" lang="ja-JP" altLang="en-US" sz="1400" b="0">
                          <a:solidFill>
                            <a:schemeClr val="bg1"/>
                          </a:solidFill>
                        </a:rPr>
                        <a:t>静岡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ひろみ</a:t>
                      </a:r>
                      <a:endParaRPr lang="en-US" altLang="ja-JP" sz="1400" b="0" dirty="0">
                        <a:solidFill>
                          <a:schemeClr val="tx1"/>
                        </a:solidFill>
                      </a:endParaRPr>
                    </a:p>
                    <a:p>
                      <a:pPr algn="ctr"/>
                      <a:r>
                        <a:rPr lang="en-US" altLang="ja-JP" sz="1400" b="0" dirty="0">
                          <a:solidFill>
                            <a:schemeClr val="tx1"/>
                          </a:solidFill>
                        </a:rPr>
                        <a:t>46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20" name="表 24">
            <a:extLst>
              <a:ext uri="{FF2B5EF4-FFF2-40B4-BE49-F238E27FC236}">
                <a16:creationId xmlns:a16="http://schemas.microsoft.com/office/drawing/2014/main" id="{BEDA978F-14F7-F0A9-42C0-510A82BC5934}"/>
              </a:ext>
            </a:extLst>
          </p:cNvPr>
          <p:cNvGraphicFramePr>
            <a:graphicFrameLocks noGrp="1"/>
          </p:cNvGraphicFramePr>
          <p:nvPr>
            <p:extLst>
              <p:ext uri="{D42A27DB-BD31-4B8C-83A1-F6EECF244321}">
                <p14:modId xmlns:p14="http://schemas.microsoft.com/office/powerpoint/2010/main" val="2980519660"/>
              </p:ext>
            </p:extLst>
          </p:nvPr>
        </p:nvGraphicFramePr>
        <p:xfrm>
          <a:off x="12581803" y="1340435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L0058</a:t>
                      </a:r>
                    </a:p>
                    <a:p>
                      <a:pPr algn="ctr"/>
                      <a:r>
                        <a:rPr kumimoji="1" lang="ja-JP" altLang="en-US" sz="1400" b="0">
                          <a:solidFill>
                            <a:schemeClr val="tx1"/>
                          </a:solidFill>
                        </a:rPr>
                        <a:t>大阪市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野球小僧の母</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1" name="角丸四角形吹き出し 20">
            <a:extLst>
              <a:ext uri="{FF2B5EF4-FFF2-40B4-BE49-F238E27FC236}">
                <a16:creationId xmlns:a16="http://schemas.microsoft.com/office/drawing/2014/main" id="{AFBE8079-96FC-E6F9-7402-A3E29B8380AB}"/>
              </a:ext>
            </a:extLst>
          </p:cNvPr>
          <p:cNvSpPr/>
          <p:nvPr/>
        </p:nvSpPr>
        <p:spPr>
          <a:xfrm>
            <a:off x="8642698" y="13360909"/>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わくわくを共有したくて和子の会に</a:t>
            </a:r>
            <a:endParaRPr lang="en-US" altLang="ja-JP" sz="1400" dirty="0">
              <a:solidFill>
                <a:sysClr val="windowText" lastClr="000000"/>
              </a:solidFill>
            </a:endParaRPr>
          </a:p>
          <a:p>
            <a:pPr algn="ctr"/>
            <a:r>
              <a:rPr lang="ja-JP" altLang="en-US" sz="1400">
                <a:solidFill>
                  <a:sysClr val="windowText" lastClr="000000"/>
                </a:solidFill>
              </a:rPr>
              <a:t>参加希望</a:t>
            </a:r>
            <a:endParaRPr lang="en-US" altLang="ja-JP" sz="1400" dirty="0">
              <a:solidFill>
                <a:sysClr val="windowText" lastClr="000000"/>
              </a:solidFill>
            </a:endParaRPr>
          </a:p>
        </p:txBody>
      </p:sp>
      <p:graphicFrame>
        <p:nvGraphicFramePr>
          <p:cNvPr id="22" name="表 24">
            <a:extLst>
              <a:ext uri="{FF2B5EF4-FFF2-40B4-BE49-F238E27FC236}">
                <a16:creationId xmlns:a16="http://schemas.microsoft.com/office/drawing/2014/main" id="{AFA2FF66-F767-9AF2-BEBC-4AAE3F2D7175}"/>
              </a:ext>
            </a:extLst>
          </p:cNvPr>
          <p:cNvGraphicFramePr>
            <a:graphicFrameLocks noGrp="1"/>
          </p:cNvGraphicFramePr>
          <p:nvPr>
            <p:extLst>
              <p:ext uri="{D42A27DB-BD31-4B8C-83A1-F6EECF244321}">
                <p14:modId xmlns:p14="http://schemas.microsoft.com/office/powerpoint/2010/main" val="1526054431"/>
              </p:ext>
            </p:extLst>
          </p:nvPr>
        </p:nvGraphicFramePr>
        <p:xfrm>
          <a:off x="12581803" y="1416158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L0059</a:t>
                      </a:r>
                    </a:p>
                    <a:p>
                      <a:pPr algn="ctr"/>
                      <a:r>
                        <a:rPr kumimoji="1" lang="ja-JP" altLang="en-US" sz="1400" b="0">
                          <a:solidFill>
                            <a:schemeClr val="tx1"/>
                          </a:solidFill>
                        </a:rPr>
                        <a:t>東京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するめ</a:t>
                      </a:r>
                      <a:endParaRPr lang="en-US" altLang="ja-JP" sz="1400" b="0" dirty="0">
                        <a:solidFill>
                          <a:schemeClr val="tx1"/>
                        </a:solidFill>
                      </a:endParaRPr>
                    </a:p>
                    <a:p>
                      <a:pPr algn="ctr"/>
                      <a:r>
                        <a:rPr lang="en-US" altLang="ja-JP" sz="1400" b="0" dirty="0">
                          <a:solidFill>
                            <a:schemeClr val="tx1"/>
                          </a:solidFill>
                        </a:rPr>
                        <a:t>31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3" name="角丸四角形吹き出し 22">
            <a:extLst>
              <a:ext uri="{FF2B5EF4-FFF2-40B4-BE49-F238E27FC236}">
                <a16:creationId xmlns:a16="http://schemas.microsoft.com/office/drawing/2014/main" id="{965BE63E-8FB7-AC2D-7B7A-416ACBA22403}"/>
              </a:ext>
            </a:extLst>
          </p:cNvPr>
          <p:cNvSpPr/>
          <p:nvPr/>
        </p:nvSpPr>
        <p:spPr>
          <a:xfrm>
            <a:off x="8642698" y="14128167"/>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ボンカタリスナーです。いつか絶対生ミルクボーイさん拝み＋皆さんに会いに行きたいです！</a:t>
            </a:r>
            <a:endParaRPr lang="en-US" altLang="ja-JP" sz="1100" dirty="0">
              <a:solidFill>
                <a:sysClr val="windowText" lastClr="000000"/>
              </a:solidFill>
            </a:endParaRPr>
          </a:p>
        </p:txBody>
      </p:sp>
      <p:graphicFrame>
        <p:nvGraphicFramePr>
          <p:cNvPr id="24" name="表 24">
            <a:extLst>
              <a:ext uri="{FF2B5EF4-FFF2-40B4-BE49-F238E27FC236}">
                <a16:creationId xmlns:a16="http://schemas.microsoft.com/office/drawing/2014/main" id="{89439775-1398-D2CF-4800-1103653397CD}"/>
              </a:ext>
            </a:extLst>
          </p:cNvPr>
          <p:cNvGraphicFramePr>
            <a:graphicFrameLocks noGrp="1"/>
          </p:cNvGraphicFramePr>
          <p:nvPr>
            <p:extLst>
              <p:ext uri="{D42A27DB-BD31-4B8C-83A1-F6EECF244321}">
                <p14:modId xmlns:p14="http://schemas.microsoft.com/office/powerpoint/2010/main" val="2848513924"/>
              </p:ext>
            </p:extLst>
          </p:nvPr>
        </p:nvGraphicFramePr>
        <p:xfrm>
          <a:off x="12581803" y="1491882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L0060</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おいも</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5" name="角丸四角形吹き出し 24">
            <a:extLst>
              <a:ext uri="{FF2B5EF4-FFF2-40B4-BE49-F238E27FC236}">
                <a16:creationId xmlns:a16="http://schemas.microsoft.com/office/drawing/2014/main" id="{07995F9C-F082-2D4F-FF40-DFCAFF9FA9EC}"/>
              </a:ext>
            </a:extLst>
          </p:cNvPr>
          <p:cNvSpPr/>
          <p:nvPr/>
        </p:nvSpPr>
        <p:spPr>
          <a:xfrm>
            <a:off x="8642698" y="14900100"/>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プリン工場で働いてます。</a:t>
            </a:r>
            <a:endParaRPr lang="en-US" altLang="ja-JP" sz="1400" dirty="0">
              <a:solidFill>
                <a:sysClr val="windowText" lastClr="000000"/>
              </a:solidFill>
            </a:endParaRPr>
          </a:p>
          <a:p>
            <a:pPr algn="ctr"/>
            <a:r>
              <a:rPr lang="ja-JP" altLang="en-US" sz="1400">
                <a:solidFill>
                  <a:sysClr val="windowText" lastClr="000000"/>
                </a:solidFill>
              </a:rPr>
              <a:t>ずっとプルプルを見てます。</a:t>
            </a:r>
            <a:endParaRPr lang="en-US" altLang="ja-JP" sz="1400" dirty="0">
              <a:solidFill>
                <a:sysClr val="windowText" lastClr="000000"/>
              </a:solidFill>
            </a:endParaRPr>
          </a:p>
        </p:txBody>
      </p:sp>
      <p:graphicFrame>
        <p:nvGraphicFramePr>
          <p:cNvPr id="26" name="表 24">
            <a:extLst>
              <a:ext uri="{FF2B5EF4-FFF2-40B4-BE49-F238E27FC236}">
                <a16:creationId xmlns:a16="http://schemas.microsoft.com/office/drawing/2014/main" id="{F2FDC717-2715-BD06-9CB8-07EC164AB63A}"/>
              </a:ext>
            </a:extLst>
          </p:cNvPr>
          <p:cNvGraphicFramePr>
            <a:graphicFrameLocks noGrp="1"/>
          </p:cNvGraphicFramePr>
          <p:nvPr>
            <p:extLst>
              <p:ext uri="{D42A27DB-BD31-4B8C-83A1-F6EECF244321}">
                <p14:modId xmlns:p14="http://schemas.microsoft.com/office/powerpoint/2010/main" val="4237373013"/>
              </p:ext>
            </p:extLst>
          </p:nvPr>
        </p:nvGraphicFramePr>
        <p:xfrm>
          <a:off x="12596158" y="1569582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L0061</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えりこ</a:t>
                      </a:r>
                      <a:endParaRPr lang="en-US" altLang="ja-JP" sz="1400" b="0" dirty="0">
                        <a:solidFill>
                          <a:schemeClr val="tx1"/>
                        </a:solidFill>
                      </a:endParaRPr>
                    </a:p>
                    <a:p>
                      <a:pPr algn="ctr"/>
                      <a:r>
                        <a:rPr lang="en-US" altLang="ja-JP" sz="1400" b="0" dirty="0">
                          <a:solidFill>
                            <a:schemeClr val="tx1"/>
                          </a:solidFill>
                        </a:rPr>
                        <a:t>42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7" name="角丸四角形吹き出し 26">
            <a:extLst>
              <a:ext uri="{FF2B5EF4-FFF2-40B4-BE49-F238E27FC236}">
                <a16:creationId xmlns:a16="http://schemas.microsoft.com/office/drawing/2014/main" id="{7BBA77F5-CD5C-12FC-7315-D3D03C350871}"/>
              </a:ext>
            </a:extLst>
          </p:cNvPr>
          <p:cNvSpPr/>
          <p:nvPr/>
        </p:nvSpPr>
        <p:spPr>
          <a:xfrm>
            <a:off x="8657045" y="15672733"/>
            <a:ext cx="3278128"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いつもありがとうございます☺️</a:t>
            </a:r>
            <a:endParaRPr lang="en-US" altLang="ja-JP" sz="1400" dirty="0">
              <a:solidFill>
                <a:sysClr val="windowText" lastClr="000000"/>
              </a:solidFill>
            </a:endParaRPr>
          </a:p>
          <a:p>
            <a:pPr algn="ctr"/>
            <a:r>
              <a:rPr lang="ja-JP" altLang="en-US" sz="1400">
                <a:solidFill>
                  <a:sysClr val="windowText" lastClr="000000"/>
                </a:solidFill>
              </a:rPr>
              <a:t>よろしくお願いします☺️</a:t>
            </a:r>
            <a:r>
              <a:rPr lang="en-US" altLang="ja-JP" sz="1400" dirty="0">
                <a:solidFill>
                  <a:sysClr val="windowText" lastClr="000000"/>
                </a:solidFill>
              </a:rPr>
              <a:t>🙏</a:t>
            </a:r>
          </a:p>
        </p:txBody>
      </p:sp>
      <p:graphicFrame>
        <p:nvGraphicFramePr>
          <p:cNvPr id="28" name="表 24">
            <a:extLst>
              <a:ext uri="{FF2B5EF4-FFF2-40B4-BE49-F238E27FC236}">
                <a16:creationId xmlns:a16="http://schemas.microsoft.com/office/drawing/2014/main" id="{3A5A067B-0599-66B1-1BDF-F665E68C549A}"/>
              </a:ext>
            </a:extLst>
          </p:cNvPr>
          <p:cNvGraphicFramePr>
            <a:graphicFrameLocks noGrp="1"/>
          </p:cNvGraphicFramePr>
          <p:nvPr>
            <p:extLst>
              <p:ext uri="{D42A27DB-BD31-4B8C-83A1-F6EECF244321}">
                <p14:modId xmlns:p14="http://schemas.microsoft.com/office/powerpoint/2010/main" val="1566287986"/>
              </p:ext>
            </p:extLst>
          </p:nvPr>
        </p:nvGraphicFramePr>
        <p:xfrm>
          <a:off x="12581803" y="886093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L0052</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200" b="0">
                          <a:solidFill>
                            <a:schemeClr val="tx1"/>
                          </a:solidFill>
                        </a:rPr>
                        <a:t>オーマイズーヤ</a:t>
                      </a:r>
                      <a:endParaRPr lang="en-US" altLang="ja-JP" sz="1200" b="0" dirty="0">
                        <a:solidFill>
                          <a:schemeClr val="tx1"/>
                        </a:solidFill>
                      </a:endParaRPr>
                    </a:p>
                    <a:p>
                      <a:pPr algn="ctr"/>
                      <a:r>
                        <a:rPr lang="en-US" altLang="ja-JP" sz="1400" b="0" dirty="0">
                          <a:solidFill>
                            <a:schemeClr val="tx1"/>
                          </a:solidFill>
                        </a:rPr>
                        <a:t>31</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9" name="角丸四角形吹き出し 28">
            <a:extLst>
              <a:ext uri="{FF2B5EF4-FFF2-40B4-BE49-F238E27FC236}">
                <a16:creationId xmlns:a16="http://schemas.microsoft.com/office/drawing/2014/main" id="{1B6F7FF3-5D83-9FC2-E30D-F1FBF9F531A3}"/>
              </a:ext>
            </a:extLst>
          </p:cNvPr>
          <p:cNvSpPr/>
          <p:nvPr/>
        </p:nvSpPr>
        <p:spPr>
          <a:xfrm>
            <a:off x="8642690" y="8837630"/>
            <a:ext cx="3364190" cy="59903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solidFill>
                  <a:sysClr val="windowText" lastClr="000000"/>
                </a:solidFill>
              </a:rPr>
              <a:t>みるかよの思わせぶりイルミネーションに</a:t>
            </a:r>
            <a:r>
              <a:rPr lang="en-US" altLang="ja-JP" sz="1050" dirty="0">
                <a:solidFill>
                  <a:sysClr val="windowText" lastClr="000000"/>
                </a:solidFill>
              </a:rPr>
              <a:t>2</a:t>
            </a:r>
            <a:r>
              <a:rPr lang="ja-JP" altLang="en-US" sz="1050">
                <a:solidFill>
                  <a:sysClr val="windowText" lastClr="000000"/>
                </a:solidFill>
              </a:rPr>
              <a:t>度ほど取り上げてもらいました。これからも思わせぶりかも！？なことがあれば投稿していきたいです</a:t>
            </a:r>
            <a:endParaRPr lang="en-US" altLang="ja-JP" sz="1050" dirty="0">
              <a:solidFill>
                <a:sysClr val="windowText" lastClr="000000"/>
              </a:solidFill>
            </a:endParaRPr>
          </a:p>
        </p:txBody>
      </p:sp>
      <p:graphicFrame>
        <p:nvGraphicFramePr>
          <p:cNvPr id="47" name="表 24">
            <a:extLst>
              <a:ext uri="{FF2B5EF4-FFF2-40B4-BE49-F238E27FC236}">
                <a16:creationId xmlns:a16="http://schemas.microsoft.com/office/drawing/2014/main" id="{D351ECAA-6EAA-99D4-5BE1-3F6C1D6BDBE6}"/>
              </a:ext>
            </a:extLst>
          </p:cNvPr>
          <p:cNvGraphicFramePr>
            <a:graphicFrameLocks noGrp="1"/>
          </p:cNvGraphicFramePr>
          <p:nvPr>
            <p:extLst>
              <p:ext uri="{D42A27DB-BD31-4B8C-83A1-F6EECF244321}">
                <p14:modId xmlns:p14="http://schemas.microsoft.com/office/powerpoint/2010/main" val="3673434697"/>
              </p:ext>
            </p:extLst>
          </p:nvPr>
        </p:nvGraphicFramePr>
        <p:xfrm>
          <a:off x="19473255" y="1487167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L0100</a:t>
                      </a:r>
                    </a:p>
                    <a:p>
                      <a:pPr algn="ctr"/>
                      <a:r>
                        <a:rPr kumimoji="1" lang="ja-JP" altLang="en-US" sz="1400" b="0">
                          <a:solidFill>
                            <a:schemeClr val="tx1"/>
                          </a:solidFill>
                        </a:rPr>
                        <a:t>千葉</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けいた</a:t>
                      </a:r>
                      <a:endParaRPr lang="en-US" altLang="ja-JP" sz="1400" b="0" dirty="0">
                        <a:solidFill>
                          <a:schemeClr val="tx1"/>
                        </a:solidFill>
                      </a:endParaRPr>
                    </a:p>
                    <a:p>
                      <a:pPr algn="ctr"/>
                      <a:r>
                        <a:rPr lang="en-US" altLang="ja-JP" sz="1400" b="0" dirty="0">
                          <a:solidFill>
                            <a:schemeClr val="tx1"/>
                          </a:solidFill>
                        </a:rPr>
                        <a:t>20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8" name="角丸四角形吹き出し 47">
            <a:extLst>
              <a:ext uri="{FF2B5EF4-FFF2-40B4-BE49-F238E27FC236}">
                <a16:creationId xmlns:a16="http://schemas.microsoft.com/office/drawing/2014/main" id="{69ED7E64-02C0-AE49-01DA-DB1A5E0DD467}"/>
              </a:ext>
            </a:extLst>
          </p:cNvPr>
          <p:cNvSpPr/>
          <p:nvPr/>
        </p:nvSpPr>
        <p:spPr>
          <a:xfrm>
            <a:off x="15534142" y="14888050"/>
            <a:ext cx="3278128" cy="501791"/>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元気に頑張ります。</a:t>
            </a:r>
            <a:endParaRPr lang="en-US" altLang="ja-JP" sz="1400" dirty="0">
              <a:solidFill>
                <a:sysClr val="windowText" lastClr="000000"/>
              </a:solidFill>
            </a:endParaRPr>
          </a:p>
        </p:txBody>
      </p:sp>
      <p:sp>
        <p:nvSpPr>
          <p:cNvPr id="50" name="角丸四角形吹き出し 49">
            <a:extLst>
              <a:ext uri="{FF2B5EF4-FFF2-40B4-BE49-F238E27FC236}">
                <a16:creationId xmlns:a16="http://schemas.microsoft.com/office/drawing/2014/main" id="{1181A2D9-CF01-B4E8-253B-F4F09D839937}"/>
              </a:ext>
            </a:extLst>
          </p:cNvPr>
          <p:cNvSpPr/>
          <p:nvPr/>
        </p:nvSpPr>
        <p:spPr>
          <a:xfrm>
            <a:off x="8673875" y="17913788"/>
            <a:ext cx="3246959"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よろしくお願いします！</a:t>
            </a:r>
          </a:p>
        </p:txBody>
      </p:sp>
      <p:graphicFrame>
        <p:nvGraphicFramePr>
          <p:cNvPr id="51" name="表 24">
            <a:extLst>
              <a:ext uri="{FF2B5EF4-FFF2-40B4-BE49-F238E27FC236}">
                <a16:creationId xmlns:a16="http://schemas.microsoft.com/office/drawing/2014/main" id="{FD0B2BEA-F3E4-632E-AD51-063A5230DC40}"/>
              </a:ext>
            </a:extLst>
          </p:cNvPr>
          <p:cNvGraphicFramePr>
            <a:graphicFrameLocks noGrp="1"/>
          </p:cNvGraphicFramePr>
          <p:nvPr>
            <p:extLst>
              <p:ext uri="{D42A27DB-BD31-4B8C-83A1-F6EECF244321}">
                <p14:modId xmlns:p14="http://schemas.microsoft.com/office/powerpoint/2010/main" val="3341964034"/>
              </p:ext>
            </p:extLst>
          </p:nvPr>
        </p:nvGraphicFramePr>
        <p:xfrm>
          <a:off x="12596158" y="1796753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117057">
                <a:tc>
                  <a:txBody>
                    <a:bodyPr/>
                    <a:lstStyle/>
                    <a:p>
                      <a:pPr algn="ctr"/>
                      <a:r>
                        <a:rPr kumimoji="1" lang="en-US" altLang="ja-JP" sz="1400" b="0" dirty="0">
                          <a:solidFill>
                            <a:schemeClr val="bg1"/>
                          </a:solidFill>
                        </a:rPr>
                        <a:t>L0064</a:t>
                      </a:r>
                    </a:p>
                    <a:p>
                      <a:pPr algn="ctr"/>
                      <a:r>
                        <a:rPr kumimoji="1" lang="ja-JP" altLang="en-US" sz="1400" b="0">
                          <a:solidFill>
                            <a:schemeClr val="bg1"/>
                          </a:solidFill>
                        </a:rPr>
                        <a:t>福岡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8234"/>
                    </a:solidFill>
                  </a:tcPr>
                </a:tc>
                <a:tc>
                  <a:txBody>
                    <a:bodyPr/>
                    <a:lstStyle/>
                    <a:p>
                      <a:pPr algn="ctr"/>
                      <a:r>
                        <a:rPr lang="ja-JP" altLang="en-US" sz="1400" b="0">
                          <a:solidFill>
                            <a:schemeClr val="tx1"/>
                          </a:solidFill>
                        </a:rPr>
                        <a:t>オデ</a:t>
                      </a:r>
                      <a:endParaRPr lang="en-US" altLang="ja-JP" sz="1400" b="0" dirty="0">
                        <a:solidFill>
                          <a:schemeClr val="tx1"/>
                        </a:solidFill>
                      </a:endParaRPr>
                    </a:p>
                    <a:p>
                      <a:pPr algn="ctr"/>
                      <a:r>
                        <a:rPr lang="en-US" altLang="ja-JP" sz="1400" b="0" dirty="0">
                          <a:solidFill>
                            <a:schemeClr val="tx1"/>
                          </a:solidFill>
                        </a:rPr>
                        <a:t>28</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2" name="角丸四角形吹き出し 51">
            <a:extLst>
              <a:ext uri="{FF2B5EF4-FFF2-40B4-BE49-F238E27FC236}">
                <a16:creationId xmlns:a16="http://schemas.microsoft.com/office/drawing/2014/main" id="{C2268C5E-13FF-4775-4417-636E78413599}"/>
              </a:ext>
            </a:extLst>
          </p:cNvPr>
          <p:cNvSpPr/>
          <p:nvPr/>
        </p:nvSpPr>
        <p:spPr>
          <a:xfrm>
            <a:off x="8673875" y="18654626"/>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ボンカタ、みるかよ、大好きです！</a:t>
            </a:r>
            <a:endParaRPr lang="en-US" altLang="ja-JP" sz="1400" dirty="0">
              <a:solidFill>
                <a:sysClr val="windowText" lastClr="000000"/>
              </a:solidFill>
            </a:endParaRPr>
          </a:p>
        </p:txBody>
      </p:sp>
      <p:graphicFrame>
        <p:nvGraphicFramePr>
          <p:cNvPr id="53" name="表 24">
            <a:extLst>
              <a:ext uri="{FF2B5EF4-FFF2-40B4-BE49-F238E27FC236}">
                <a16:creationId xmlns:a16="http://schemas.microsoft.com/office/drawing/2014/main" id="{F36D01BB-5F99-239E-1148-0CE7EC6611B7}"/>
              </a:ext>
            </a:extLst>
          </p:cNvPr>
          <p:cNvGraphicFramePr>
            <a:graphicFrameLocks noGrp="1"/>
          </p:cNvGraphicFramePr>
          <p:nvPr>
            <p:extLst>
              <p:ext uri="{D42A27DB-BD31-4B8C-83A1-F6EECF244321}">
                <p14:modId xmlns:p14="http://schemas.microsoft.com/office/powerpoint/2010/main" val="2925070688"/>
              </p:ext>
            </p:extLst>
          </p:nvPr>
        </p:nvGraphicFramePr>
        <p:xfrm>
          <a:off x="12596158" y="1872476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L0065</a:t>
                      </a:r>
                      <a:r>
                        <a:rPr kumimoji="1" lang="ja-JP" altLang="en-US" sz="1400" b="0">
                          <a:solidFill>
                            <a:schemeClr val="tx1"/>
                          </a:solidFill>
                        </a:rPr>
                        <a:t>大阪市</a:t>
                      </a:r>
                      <a:endParaRPr kumimoji="1" lang="en-US" altLang="ja-JP" sz="1400" b="0" dirty="0">
                        <a:solidFill>
                          <a:schemeClr val="tx1"/>
                        </a:solidFil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ちー</a:t>
                      </a:r>
                      <a:endParaRPr lang="en-US" altLang="ja-JP" sz="1400" b="0" dirty="0">
                        <a:solidFill>
                          <a:schemeClr val="tx1"/>
                        </a:solidFill>
                      </a:endParaRPr>
                    </a:p>
                    <a:p>
                      <a:pPr algn="ctr"/>
                      <a:r>
                        <a:rPr lang="en-US" altLang="ja-JP" sz="1400" b="0" dirty="0">
                          <a:solidFill>
                            <a:schemeClr val="tx1"/>
                          </a:solidFill>
                        </a:rPr>
                        <a:t>44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 name="角丸四角形吹き出し 53">
            <a:extLst>
              <a:ext uri="{FF2B5EF4-FFF2-40B4-BE49-F238E27FC236}">
                <a16:creationId xmlns:a16="http://schemas.microsoft.com/office/drawing/2014/main" id="{05B509E0-2AD3-0A9B-917D-EB44A1479AAF}"/>
              </a:ext>
            </a:extLst>
          </p:cNvPr>
          <p:cNvSpPr/>
          <p:nvPr/>
        </p:nvSpPr>
        <p:spPr>
          <a:xfrm>
            <a:off x="8673875" y="19477675"/>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サイレントリスナー、初めて発信します。よろしくお願いします！</a:t>
            </a:r>
            <a:endParaRPr lang="en-US" altLang="ja-JP" sz="1400" dirty="0">
              <a:solidFill>
                <a:sysClr val="windowText" lastClr="000000"/>
              </a:solidFill>
            </a:endParaRPr>
          </a:p>
        </p:txBody>
      </p:sp>
      <p:graphicFrame>
        <p:nvGraphicFramePr>
          <p:cNvPr id="55" name="表 24">
            <a:extLst>
              <a:ext uri="{FF2B5EF4-FFF2-40B4-BE49-F238E27FC236}">
                <a16:creationId xmlns:a16="http://schemas.microsoft.com/office/drawing/2014/main" id="{AD6C6829-CB08-D7A9-7129-8302FE70E902}"/>
              </a:ext>
            </a:extLst>
          </p:cNvPr>
          <p:cNvGraphicFramePr>
            <a:graphicFrameLocks noGrp="1"/>
          </p:cNvGraphicFramePr>
          <p:nvPr>
            <p:extLst>
              <p:ext uri="{D42A27DB-BD31-4B8C-83A1-F6EECF244321}">
                <p14:modId xmlns:p14="http://schemas.microsoft.com/office/powerpoint/2010/main" val="855429103"/>
              </p:ext>
            </p:extLst>
          </p:nvPr>
        </p:nvGraphicFramePr>
        <p:xfrm>
          <a:off x="12596158" y="1948200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L0066</a:t>
                      </a:r>
                    </a:p>
                    <a:p>
                      <a:pPr algn="ctr"/>
                      <a:r>
                        <a:rPr kumimoji="1" lang="ja-JP" altLang="en-US" sz="1400" b="0">
                          <a:solidFill>
                            <a:schemeClr val="tx1"/>
                          </a:solidFill>
                        </a:rPr>
                        <a:t>京都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エリカ</a:t>
                      </a:r>
                      <a:r>
                        <a:rPr lang="en-US" altLang="ja-JP" sz="1400" b="0" dirty="0">
                          <a:solidFill>
                            <a:schemeClr val="tx1"/>
                          </a:solidFill>
                        </a:rPr>
                        <a:t>40</a:t>
                      </a: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6" name="角丸四角形吹き出し 55">
            <a:extLst>
              <a:ext uri="{FF2B5EF4-FFF2-40B4-BE49-F238E27FC236}">
                <a16:creationId xmlns:a16="http://schemas.microsoft.com/office/drawing/2014/main" id="{5BAFDF7F-65DA-9302-C43D-396CF5E4E4D1}"/>
              </a:ext>
            </a:extLst>
          </p:cNvPr>
          <p:cNvSpPr/>
          <p:nvPr/>
        </p:nvSpPr>
        <p:spPr>
          <a:xfrm>
            <a:off x="8706757" y="20104056"/>
            <a:ext cx="3235935" cy="662474"/>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solidFill>
                  <a:sysClr val="windowText" lastClr="000000"/>
                </a:solidFill>
              </a:rPr>
              <a:t>ボンカタ、みるかよを聴いて益々ミルクボーイさんが大好きになりました</a:t>
            </a:r>
            <a:r>
              <a:rPr lang="en-US" altLang="ja-JP" sz="1050" dirty="0">
                <a:solidFill>
                  <a:sysClr val="windowText" lastClr="000000"/>
                </a:solidFill>
              </a:rPr>
              <a:t>‼︎</a:t>
            </a:r>
            <a:r>
              <a:rPr lang="ja-JP" altLang="en-US" sz="1050">
                <a:solidFill>
                  <a:sysClr val="windowText" lastClr="000000"/>
                </a:solidFill>
              </a:rPr>
              <a:t>何の取り柄もないサイレントリスナーですが、よろしくお願いします</a:t>
            </a:r>
            <a:r>
              <a:rPr lang="en-US" altLang="ja-JP" sz="1050" dirty="0">
                <a:solidFill>
                  <a:sysClr val="windowText" lastClr="000000"/>
                </a:solidFill>
              </a:rPr>
              <a:t>^ ^</a:t>
            </a:r>
          </a:p>
        </p:txBody>
      </p:sp>
      <p:graphicFrame>
        <p:nvGraphicFramePr>
          <p:cNvPr id="57" name="表 24">
            <a:extLst>
              <a:ext uri="{FF2B5EF4-FFF2-40B4-BE49-F238E27FC236}">
                <a16:creationId xmlns:a16="http://schemas.microsoft.com/office/drawing/2014/main" id="{05C62D6C-A129-6436-E182-D6C5B7FF4178}"/>
              </a:ext>
            </a:extLst>
          </p:cNvPr>
          <p:cNvGraphicFramePr>
            <a:graphicFrameLocks noGrp="1"/>
          </p:cNvGraphicFramePr>
          <p:nvPr>
            <p:extLst>
              <p:ext uri="{D42A27DB-BD31-4B8C-83A1-F6EECF244321}">
                <p14:modId xmlns:p14="http://schemas.microsoft.com/office/powerpoint/2010/main" val="3388957807"/>
              </p:ext>
            </p:extLst>
          </p:nvPr>
        </p:nvGraphicFramePr>
        <p:xfrm>
          <a:off x="12596158" y="2023178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L0067</a:t>
                      </a:r>
                    </a:p>
                    <a:p>
                      <a:pPr algn="ctr"/>
                      <a:r>
                        <a:rPr kumimoji="1" lang="ja-JP" altLang="en-US" sz="1400" b="0">
                          <a:solidFill>
                            <a:schemeClr val="tx1"/>
                          </a:solidFill>
                        </a:rPr>
                        <a:t>茨木市</a:t>
                      </a:r>
                      <a:endParaRPr kumimoji="1" lang="en-US" altLang="ja-JP" sz="1400" b="0" dirty="0">
                        <a:solidFill>
                          <a:schemeClr val="tx1"/>
                        </a:solidFil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エリコ</a:t>
                      </a:r>
                      <a:endParaRPr lang="en-US" altLang="ja-JP" sz="1400" b="0" dirty="0">
                        <a:solidFill>
                          <a:schemeClr val="tx1"/>
                        </a:solidFill>
                      </a:endParaRP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8" name="角丸四角形吹き出し 57">
            <a:extLst>
              <a:ext uri="{FF2B5EF4-FFF2-40B4-BE49-F238E27FC236}">
                <a16:creationId xmlns:a16="http://schemas.microsoft.com/office/drawing/2014/main" id="{B62D9E9F-8992-EFE8-11CA-1128B0DCD402}"/>
              </a:ext>
            </a:extLst>
          </p:cNvPr>
          <p:cNvSpPr/>
          <p:nvPr/>
        </p:nvSpPr>
        <p:spPr>
          <a:xfrm>
            <a:off x="8695929" y="2101822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余談ですが、母の名前は「和子」です。</a:t>
            </a:r>
            <a:endParaRPr lang="en-US" altLang="ja-JP" sz="1400" dirty="0">
              <a:solidFill>
                <a:sysClr val="windowText" lastClr="000000"/>
              </a:solidFill>
            </a:endParaRPr>
          </a:p>
        </p:txBody>
      </p:sp>
      <p:graphicFrame>
        <p:nvGraphicFramePr>
          <p:cNvPr id="59" name="表 24">
            <a:extLst>
              <a:ext uri="{FF2B5EF4-FFF2-40B4-BE49-F238E27FC236}">
                <a16:creationId xmlns:a16="http://schemas.microsoft.com/office/drawing/2014/main" id="{35654318-6114-514F-594B-10294F6D9CE9}"/>
              </a:ext>
            </a:extLst>
          </p:cNvPr>
          <p:cNvGraphicFramePr>
            <a:graphicFrameLocks noGrp="1"/>
          </p:cNvGraphicFramePr>
          <p:nvPr>
            <p:extLst>
              <p:ext uri="{D42A27DB-BD31-4B8C-83A1-F6EECF244321}">
                <p14:modId xmlns:p14="http://schemas.microsoft.com/office/powerpoint/2010/main" val="2395971898"/>
              </p:ext>
            </p:extLst>
          </p:nvPr>
        </p:nvGraphicFramePr>
        <p:xfrm>
          <a:off x="12585330" y="2101200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L0068</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肇</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60" name="表 24">
            <a:extLst>
              <a:ext uri="{FF2B5EF4-FFF2-40B4-BE49-F238E27FC236}">
                <a16:creationId xmlns:a16="http://schemas.microsoft.com/office/drawing/2014/main" id="{8C61F645-6B3C-1EFA-7EF5-A61F238370CF}"/>
              </a:ext>
            </a:extLst>
          </p:cNvPr>
          <p:cNvGraphicFramePr>
            <a:graphicFrameLocks noGrp="1"/>
          </p:cNvGraphicFramePr>
          <p:nvPr>
            <p:extLst>
              <p:ext uri="{D42A27DB-BD31-4B8C-83A1-F6EECF244321}">
                <p14:modId xmlns:p14="http://schemas.microsoft.com/office/powerpoint/2010/main" val="651836061"/>
              </p:ext>
            </p:extLst>
          </p:nvPr>
        </p:nvGraphicFramePr>
        <p:xfrm>
          <a:off x="12557160" y="2172967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L0069</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えつこ</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1" name="角丸四角形吹き出し 60">
            <a:extLst>
              <a:ext uri="{FF2B5EF4-FFF2-40B4-BE49-F238E27FC236}">
                <a16:creationId xmlns:a16="http://schemas.microsoft.com/office/drawing/2014/main" id="{A5633E86-534D-4AC4-9A38-2C8A0F8E9AD8}"/>
              </a:ext>
            </a:extLst>
          </p:cNvPr>
          <p:cNvSpPr/>
          <p:nvPr/>
        </p:nvSpPr>
        <p:spPr>
          <a:xfrm>
            <a:off x="8667759" y="21726979"/>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300">
                <a:solidFill>
                  <a:sysClr val="windowText" lastClr="000000"/>
                </a:solidFill>
              </a:rPr>
              <a:t>ボッテガを持つ歯医者帰りの内海さんと遭遇してメール読んでもらいました</a:t>
            </a:r>
            <a:r>
              <a:rPr lang="en-US" altLang="ja-JP" sz="1300" dirty="0">
                <a:solidFill>
                  <a:sysClr val="windowText" lastClr="000000"/>
                </a:solidFill>
              </a:rPr>
              <a:t>〜</a:t>
            </a:r>
          </a:p>
        </p:txBody>
      </p:sp>
      <p:graphicFrame>
        <p:nvGraphicFramePr>
          <p:cNvPr id="62" name="表 24">
            <a:extLst>
              <a:ext uri="{FF2B5EF4-FFF2-40B4-BE49-F238E27FC236}">
                <a16:creationId xmlns:a16="http://schemas.microsoft.com/office/drawing/2014/main" id="{0A218331-19E1-ED24-4964-30A5E1EB207F}"/>
              </a:ext>
            </a:extLst>
          </p:cNvPr>
          <p:cNvGraphicFramePr>
            <a:graphicFrameLocks noGrp="1"/>
          </p:cNvGraphicFramePr>
          <p:nvPr>
            <p:extLst>
              <p:ext uri="{D42A27DB-BD31-4B8C-83A1-F6EECF244321}">
                <p14:modId xmlns:p14="http://schemas.microsoft.com/office/powerpoint/2010/main" val="3173149323"/>
              </p:ext>
            </p:extLst>
          </p:nvPr>
        </p:nvGraphicFramePr>
        <p:xfrm>
          <a:off x="12557161" y="22514971"/>
          <a:ext cx="2188814" cy="518160"/>
        </p:xfrm>
        <a:graphic>
          <a:graphicData uri="http://schemas.openxmlformats.org/drawingml/2006/table">
            <a:tbl>
              <a:tblPr firstRow="1" bandRow="1">
                <a:tableStyleId>{5C22544A-7EE6-4342-B048-85BDC9FD1C3A}</a:tableStyleId>
              </a:tblPr>
              <a:tblGrid>
                <a:gridCol w="642818">
                  <a:extLst>
                    <a:ext uri="{9D8B030D-6E8A-4147-A177-3AD203B41FA5}">
                      <a16:colId xmlns:a16="http://schemas.microsoft.com/office/drawing/2014/main" val="291495438"/>
                    </a:ext>
                  </a:extLst>
                </a:gridCol>
                <a:gridCol w="154599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L0070</a:t>
                      </a:r>
                    </a:p>
                    <a:p>
                      <a:pPr algn="ctr"/>
                      <a:r>
                        <a:rPr kumimoji="1" lang="ja-JP" altLang="en-US" sz="1400" b="0">
                          <a:solidFill>
                            <a:schemeClr val="bg1"/>
                          </a:solidFill>
                        </a:rPr>
                        <a:t>熊本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8234"/>
                    </a:solidFill>
                  </a:tcPr>
                </a:tc>
                <a:tc>
                  <a:txBody>
                    <a:bodyPr/>
                    <a:lstStyle/>
                    <a:p>
                      <a:pPr algn="ctr"/>
                      <a:r>
                        <a:rPr lang="ja-JP" altLang="en-US" sz="1400" b="0">
                          <a:solidFill>
                            <a:schemeClr val="tx1"/>
                          </a:solidFill>
                        </a:rPr>
                        <a:t>のりこ</a:t>
                      </a:r>
                      <a:r>
                        <a:rPr lang="en-US" altLang="ja-JP" sz="1400" b="0" dirty="0">
                          <a:solidFill>
                            <a:schemeClr val="tx1"/>
                          </a:solidFill>
                        </a:rPr>
                        <a:t>(71</a:t>
                      </a:r>
                      <a:r>
                        <a:rPr lang="ja-JP" altLang="en-US" sz="1400" b="0">
                          <a:solidFill>
                            <a:schemeClr val="tx1"/>
                          </a:solidFill>
                        </a:rPr>
                        <a:t>歳</a:t>
                      </a:r>
                      <a:r>
                        <a:rPr lang="en-US" altLang="ja-JP" sz="1400" b="0" dirty="0">
                          <a:solidFill>
                            <a:schemeClr val="tx1"/>
                          </a:solidFill>
                        </a:rPr>
                        <a:t>)</a:t>
                      </a:r>
                      <a:r>
                        <a:rPr lang="ja-JP" altLang="en-US" sz="1400" b="0">
                          <a:solidFill>
                            <a:schemeClr val="tx1"/>
                          </a:solidFill>
                        </a:rPr>
                        <a:t>の息子</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3" name="角丸四角形吹き出し 62">
            <a:extLst>
              <a:ext uri="{FF2B5EF4-FFF2-40B4-BE49-F238E27FC236}">
                <a16:creationId xmlns:a16="http://schemas.microsoft.com/office/drawing/2014/main" id="{24179F34-2EBA-BCA1-7081-8039271C8F14}"/>
              </a:ext>
            </a:extLst>
          </p:cNvPr>
          <p:cNvSpPr/>
          <p:nvPr/>
        </p:nvSpPr>
        <p:spPr>
          <a:xfrm>
            <a:off x="8667759" y="2245817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お坊さんです。コーンフレークも美味しくいただきます。</a:t>
            </a:r>
            <a:endParaRPr lang="en-US" altLang="ja-JP" sz="1400" dirty="0">
              <a:solidFill>
                <a:sysClr val="windowText" lastClr="000000"/>
              </a:solidFill>
            </a:endParaRPr>
          </a:p>
        </p:txBody>
      </p:sp>
      <p:graphicFrame>
        <p:nvGraphicFramePr>
          <p:cNvPr id="64" name="表 24">
            <a:extLst>
              <a:ext uri="{FF2B5EF4-FFF2-40B4-BE49-F238E27FC236}">
                <a16:creationId xmlns:a16="http://schemas.microsoft.com/office/drawing/2014/main" id="{52BB0E77-F1D5-4722-9B03-3D623F7D1BB8}"/>
              </a:ext>
            </a:extLst>
          </p:cNvPr>
          <p:cNvGraphicFramePr>
            <a:graphicFrameLocks noGrp="1"/>
          </p:cNvGraphicFramePr>
          <p:nvPr>
            <p:extLst>
              <p:ext uri="{D42A27DB-BD31-4B8C-83A1-F6EECF244321}">
                <p14:modId xmlns:p14="http://schemas.microsoft.com/office/powerpoint/2010/main" val="10538698"/>
              </p:ext>
            </p:extLst>
          </p:nvPr>
        </p:nvGraphicFramePr>
        <p:xfrm>
          <a:off x="12557160" y="2325219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L0071</a:t>
                      </a:r>
                    </a:p>
                    <a:p>
                      <a:pPr algn="ctr"/>
                      <a:r>
                        <a:rPr kumimoji="1" lang="ja-JP" altLang="en-US" sz="1400" b="0">
                          <a:solidFill>
                            <a:schemeClr val="tx1"/>
                          </a:solidFill>
                        </a:rPr>
                        <a:t>兵庫</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よりこ</a:t>
                      </a:r>
                      <a:endParaRPr lang="en-US" altLang="ja-JP" sz="1400" b="0" dirty="0">
                        <a:solidFill>
                          <a:schemeClr val="tx1"/>
                        </a:solidFill>
                      </a:endParaRPr>
                    </a:p>
                    <a:p>
                      <a:pPr algn="ctr"/>
                      <a:r>
                        <a:rPr lang="en-US" altLang="ja-JP" sz="1400" b="0" dirty="0">
                          <a:solidFill>
                            <a:schemeClr val="tx1"/>
                          </a:solidFill>
                        </a:rPr>
                        <a:t>62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5" name="角丸四角形吹き出し 64">
            <a:extLst>
              <a:ext uri="{FF2B5EF4-FFF2-40B4-BE49-F238E27FC236}">
                <a16:creationId xmlns:a16="http://schemas.microsoft.com/office/drawing/2014/main" id="{BBC55944-68BA-1296-AE10-449A301A5635}"/>
              </a:ext>
            </a:extLst>
          </p:cNvPr>
          <p:cNvSpPr/>
          <p:nvPr/>
        </p:nvSpPr>
        <p:spPr>
          <a:xfrm>
            <a:off x="8667759" y="2321089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ysClr val="windowText" lastClr="000000"/>
                </a:solidFill>
              </a:rPr>
              <a:t>M-1</a:t>
            </a:r>
            <a:r>
              <a:rPr lang="ja-JP" altLang="en-US" sz="1400">
                <a:solidFill>
                  <a:sysClr val="windowText" lastClr="000000"/>
                </a:solidFill>
              </a:rPr>
              <a:t>の日からミルクボーイの</a:t>
            </a:r>
            <a:endParaRPr lang="en-US" altLang="ja-JP" sz="1400" dirty="0">
              <a:solidFill>
                <a:sysClr val="windowText" lastClr="000000"/>
              </a:solidFill>
            </a:endParaRPr>
          </a:p>
          <a:p>
            <a:pPr algn="ctr"/>
            <a:r>
              <a:rPr lang="ja-JP" altLang="en-US" sz="1400">
                <a:solidFill>
                  <a:sysClr val="windowText" lastClr="000000"/>
                </a:solidFill>
              </a:rPr>
              <a:t>大ファンになりました。</a:t>
            </a:r>
            <a:endParaRPr lang="en-US" altLang="ja-JP" sz="1400" dirty="0">
              <a:solidFill>
                <a:sysClr val="windowText" lastClr="000000"/>
              </a:solidFill>
            </a:endParaRPr>
          </a:p>
        </p:txBody>
      </p:sp>
      <p:graphicFrame>
        <p:nvGraphicFramePr>
          <p:cNvPr id="66" name="表 24">
            <a:extLst>
              <a:ext uri="{FF2B5EF4-FFF2-40B4-BE49-F238E27FC236}">
                <a16:creationId xmlns:a16="http://schemas.microsoft.com/office/drawing/2014/main" id="{35B07DB3-0E20-941E-F8DA-21F4702C0456}"/>
              </a:ext>
            </a:extLst>
          </p:cNvPr>
          <p:cNvGraphicFramePr>
            <a:graphicFrameLocks noGrp="1"/>
          </p:cNvGraphicFramePr>
          <p:nvPr>
            <p:extLst>
              <p:ext uri="{D42A27DB-BD31-4B8C-83A1-F6EECF244321}">
                <p14:modId xmlns:p14="http://schemas.microsoft.com/office/powerpoint/2010/main" val="2672262445"/>
              </p:ext>
            </p:extLst>
          </p:nvPr>
        </p:nvGraphicFramePr>
        <p:xfrm>
          <a:off x="12557160" y="2399158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L0072</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こてち</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7" name="角丸四角形吹き出し 66">
            <a:extLst>
              <a:ext uri="{FF2B5EF4-FFF2-40B4-BE49-F238E27FC236}">
                <a16:creationId xmlns:a16="http://schemas.microsoft.com/office/drawing/2014/main" id="{F1C5E5F4-0383-F35E-BB54-ABAFF85AF406}"/>
              </a:ext>
            </a:extLst>
          </p:cNvPr>
          <p:cNvSpPr/>
          <p:nvPr/>
        </p:nvSpPr>
        <p:spPr>
          <a:xfrm>
            <a:off x="8667759" y="2401713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ミルクボーイと藤井風が好きな</a:t>
            </a:r>
            <a:endParaRPr lang="en-US" altLang="ja-JP" sz="1400" dirty="0">
              <a:solidFill>
                <a:sysClr val="windowText" lastClr="000000"/>
              </a:solidFill>
            </a:endParaRPr>
          </a:p>
          <a:p>
            <a:pPr algn="ctr"/>
            <a:r>
              <a:rPr lang="ja-JP" altLang="en-US" sz="1400">
                <a:solidFill>
                  <a:sysClr val="windowText" lastClr="000000"/>
                </a:solidFill>
              </a:rPr>
              <a:t>サイレントリスナーです</a:t>
            </a:r>
            <a:endParaRPr lang="en-US" altLang="ja-JP" sz="1400" dirty="0">
              <a:solidFill>
                <a:sysClr val="windowText" lastClr="000000"/>
              </a:solidFill>
            </a:endParaRPr>
          </a:p>
        </p:txBody>
      </p:sp>
      <p:graphicFrame>
        <p:nvGraphicFramePr>
          <p:cNvPr id="68" name="表 24">
            <a:extLst>
              <a:ext uri="{FF2B5EF4-FFF2-40B4-BE49-F238E27FC236}">
                <a16:creationId xmlns:a16="http://schemas.microsoft.com/office/drawing/2014/main" id="{78109266-9176-E790-1B3E-04770EB12880}"/>
              </a:ext>
            </a:extLst>
          </p:cNvPr>
          <p:cNvGraphicFramePr>
            <a:graphicFrameLocks noGrp="1"/>
          </p:cNvGraphicFramePr>
          <p:nvPr>
            <p:extLst>
              <p:ext uri="{D42A27DB-BD31-4B8C-83A1-F6EECF244321}">
                <p14:modId xmlns:p14="http://schemas.microsoft.com/office/powerpoint/2010/main" val="3992119979"/>
              </p:ext>
            </p:extLst>
          </p:nvPr>
        </p:nvGraphicFramePr>
        <p:xfrm>
          <a:off x="12596158" y="1721029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L0063</a:t>
                      </a:r>
                    </a:p>
                    <a:p>
                      <a:pPr algn="ctr"/>
                      <a:r>
                        <a:rPr kumimoji="1" lang="ja-JP" altLang="en-US" sz="1400" b="0">
                          <a:solidFill>
                            <a:schemeClr val="tx1"/>
                          </a:solidFill>
                        </a:rPr>
                        <a:t>東京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けいこっち</a:t>
                      </a:r>
                      <a:endParaRPr lang="en-US" altLang="ja-JP" sz="1400" b="0" dirty="0">
                        <a:solidFill>
                          <a:schemeClr val="tx1"/>
                        </a:solidFill>
                      </a:endParaRPr>
                    </a:p>
                    <a:p>
                      <a:pPr algn="ctr"/>
                      <a:r>
                        <a:rPr lang="en-US" altLang="ja-JP" sz="1400" b="0" dirty="0">
                          <a:solidFill>
                            <a:schemeClr val="tx1"/>
                          </a:solidFill>
                        </a:rPr>
                        <a:t>62</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9" name="角丸四角形吹き出し 68">
            <a:extLst>
              <a:ext uri="{FF2B5EF4-FFF2-40B4-BE49-F238E27FC236}">
                <a16:creationId xmlns:a16="http://schemas.microsoft.com/office/drawing/2014/main" id="{EC7746CB-2287-028D-5613-F356F16A4619}"/>
              </a:ext>
            </a:extLst>
          </p:cNvPr>
          <p:cNvSpPr/>
          <p:nvPr/>
        </p:nvSpPr>
        <p:spPr>
          <a:xfrm>
            <a:off x="8657045" y="17198583"/>
            <a:ext cx="3278934"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ぼんかた聞きながら、かずこの会に</a:t>
            </a:r>
            <a:endParaRPr lang="en-US" altLang="ja-JP" sz="1400" dirty="0">
              <a:solidFill>
                <a:sysClr val="windowText" lastClr="000000"/>
              </a:solidFill>
            </a:endParaRPr>
          </a:p>
          <a:p>
            <a:pPr algn="ctr"/>
            <a:r>
              <a:rPr lang="ja-JP" altLang="en-US" sz="1400">
                <a:solidFill>
                  <a:sysClr val="windowText" lastClr="000000"/>
                </a:solidFill>
              </a:rPr>
              <a:t>入りたいと思ってました</a:t>
            </a:r>
            <a:endParaRPr lang="en-US" altLang="ja-JP" sz="1400" dirty="0">
              <a:solidFill>
                <a:sysClr val="windowText" lastClr="000000"/>
              </a:solidFill>
            </a:endParaRPr>
          </a:p>
        </p:txBody>
      </p:sp>
      <p:sp>
        <p:nvSpPr>
          <p:cNvPr id="109" name="角丸四角形吹き出し 108">
            <a:extLst>
              <a:ext uri="{FF2B5EF4-FFF2-40B4-BE49-F238E27FC236}">
                <a16:creationId xmlns:a16="http://schemas.microsoft.com/office/drawing/2014/main" id="{214D56B8-422A-E6E5-1413-BE6DE2CEF152}"/>
              </a:ext>
            </a:extLst>
          </p:cNvPr>
          <p:cNvSpPr/>
          <p:nvPr/>
        </p:nvSpPr>
        <p:spPr>
          <a:xfrm>
            <a:off x="8721147" y="2704659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ぼんかた最近聴き始めたばかり</a:t>
            </a:r>
            <a:endParaRPr lang="en-US" altLang="ja-JP" sz="1400" dirty="0">
              <a:solidFill>
                <a:sysClr val="windowText" lastClr="000000"/>
              </a:solidFill>
            </a:endParaRPr>
          </a:p>
          <a:p>
            <a:pPr algn="ctr"/>
            <a:r>
              <a:rPr lang="ja-JP" altLang="en-US" sz="1400">
                <a:solidFill>
                  <a:sysClr val="windowText" lastClr="000000"/>
                </a:solidFill>
              </a:rPr>
              <a:t>ですが、入れて嬉しいです！！！</a:t>
            </a:r>
            <a:endParaRPr lang="en-US" altLang="ja-JP" sz="1400" dirty="0">
              <a:solidFill>
                <a:sysClr val="windowText" lastClr="000000"/>
              </a:solidFill>
            </a:endParaRPr>
          </a:p>
        </p:txBody>
      </p:sp>
      <p:graphicFrame>
        <p:nvGraphicFramePr>
          <p:cNvPr id="110" name="表 24">
            <a:extLst>
              <a:ext uri="{FF2B5EF4-FFF2-40B4-BE49-F238E27FC236}">
                <a16:creationId xmlns:a16="http://schemas.microsoft.com/office/drawing/2014/main" id="{9A05E000-4960-1480-7B81-A0BF97CFABD4}"/>
              </a:ext>
            </a:extLst>
          </p:cNvPr>
          <p:cNvGraphicFramePr>
            <a:graphicFrameLocks noGrp="1"/>
          </p:cNvGraphicFramePr>
          <p:nvPr>
            <p:extLst>
              <p:ext uri="{D42A27DB-BD31-4B8C-83A1-F6EECF244321}">
                <p14:modId xmlns:p14="http://schemas.microsoft.com/office/powerpoint/2010/main" val="4011497680"/>
              </p:ext>
            </p:extLst>
          </p:nvPr>
        </p:nvGraphicFramePr>
        <p:xfrm>
          <a:off x="12610548" y="2705647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L0076</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ゆき</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11" name="表 24">
            <a:extLst>
              <a:ext uri="{FF2B5EF4-FFF2-40B4-BE49-F238E27FC236}">
                <a16:creationId xmlns:a16="http://schemas.microsoft.com/office/drawing/2014/main" id="{00072F98-80B8-E5F2-170B-7549DC980227}"/>
              </a:ext>
            </a:extLst>
          </p:cNvPr>
          <p:cNvGraphicFramePr>
            <a:graphicFrameLocks noGrp="1"/>
          </p:cNvGraphicFramePr>
          <p:nvPr>
            <p:extLst>
              <p:ext uri="{D42A27DB-BD31-4B8C-83A1-F6EECF244321}">
                <p14:modId xmlns:p14="http://schemas.microsoft.com/office/powerpoint/2010/main" val="3814982170"/>
              </p:ext>
            </p:extLst>
          </p:nvPr>
        </p:nvGraphicFramePr>
        <p:xfrm>
          <a:off x="12610548" y="2783230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L0077</a:t>
                      </a:r>
                    </a:p>
                    <a:p>
                      <a:pPr algn="ctr"/>
                      <a:r>
                        <a:rPr kumimoji="1" lang="ja-JP" altLang="en-US" sz="1400" b="0">
                          <a:solidFill>
                            <a:schemeClr val="tx1"/>
                          </a:solidFill>
                        </a:rPr>
                        <a:t>神戸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圭子</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12" name="角丸四角形吹き出し 111">
            <a:extLst>
              <a:ext uri="{FF2B5EF4-FFF2-40B4-BE49-F238E27FC236}">
                <a16:creationId xmlns:a16="http://schemas.microsoft.com/office/drawing/2014/main" id="{66753C79-0A23-A34F-178D-2C4F682590E0}"/>
              </a:ext>
            </a:extLst>
          </p:cNvPr>
          <p:cNvSpPr/>
          <p:nvPr/>
        </p:nvSpPr>
        <p:spPr>
          <a:xfrm>
            <a:off x="8721147" y="27852841"/>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ミルクボーイさん　</a:t>
            </a:r>
            <a:endParaRPr lang="en-US" altLang="ja-JP" sz="1400" dirty="0">
              <a:solidFill>
                <a:sysClr val="windowText" lastClr="000000"/>
              </a:solidFill>
            </a:endParaRPr>
          </a:p>
          <a:p>
            <a:pPr algn="ctr"/>
            <a:r>
              <a:rPr lang="ja-JP" altLang="en-US" sz="1400">
                <a:solidFill>
                  <a:sysClr val="windowText" lastClr="000000"/>
                </a:solidFill>
              </a:rPr>
              <a:t>いてくれてありがとう</a:t>
            </a:r>
            <a:endParaRPr lang="en-US" altLang="ja-JP" sz="1400" dirty="0">
              <a:solidFill>
                <a:sysClr val="windowText" lastClr="000000"/>
              </a:solidFill>
            </a:endParaRPr>
          </a:p>
        </p:txBody>
      </p:sp>
      <p:graphicFrame>
        <p:nvGraphicFramePr>
          <p:cNvPr id="113" name="表 24">
            <a:extLst>
              <a:ext uri="{FF2B5EF4-FFF2-40B4-BE49-F238E27FC236}">
                <a16:creationId xmlns:a16="http://schemas.microsoft.com/office/drawing/2014/main" id="{2DB095EC-84F6-E09B-4CEB-B6A065E70EC5}"/>
              </a:ext>
            </a:extLst>
          </p:cNvPr>
          <p:cNvGraphicFramePr>
            <a:graphicFrameLocks noGrp="1"/>
          </p:cNvGraphicFramePr>
          <p:nvPr>
            <p:extLst>
              <p:ext uri="{D42A27DB-BD31-4B8C-83A1-F6EECF244321}">
                <p14:modId xmlns:p14="http://schemas.microsoft.com/office/powerpoint/2010/main" val="4170451831"/>
              </p:ext>
            </p:extLst>
          </p:nvPr>
        </p:nvGraphicFramePr>
        <p:xfrm>
          <a:off x="12610548" y="2858176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L0078</a:t>
                      </a:r>
                    </a:p>
                    <a:p>
                      <a:pPr algn="ctr"/>
                      <a:r>
                        <a:rPr kumimoji="1" lang="ja-JP" altLang="en-US" sz="1400" b="0">
                          <a:solidFill>
                            <a:schemeClr val="tx1"/>
                          </a:solidFill>
                        </a:rPr>
                        <a:t>京都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マリレン</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14" name="角丸四角形吹き出し 113">
            <a:extLst>
              <a:ext uri="{FF2B5EF4-FFF2-40B4-BE49-F238E27FC236}">
                <a16:creationId xmlns:a16="http://schemas.microsoft.com/office/drawing/2014/main" id="{005E987D-2EE4-AE90-18D5-C5AF03EF9D5B}"/>
              </a:ext>
            </a:extLst>
          </p:cNvPr>
          <p:cNvSpPr/>
          <p:nvPr/>
        </p:nvSpPr>
        <p:spPr>
          <a:xfrm>
            <a:off x="8721147" y="2854017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入るかどうか迷っていましたが、</a:t>
            </a:r>
            <a:endParaRPr lang="en-US" altLang="ja-JP" sz="1400" dirty="0">
              <a:solidFill>
                <a:sysClr val="windowText" lastClr="000000"/>
              </a:solidFill>
            </a:endParaRPr>
          </a:p>
          <a:p>
            <a:pPr algn="ctr"/>
            <a:r>
              <a:rPr lang="ja-JP" altLang="en-US" sz="1400">
                <a:solidFill>
                  <a:sysClr val="windowText" lastClr="000000"/>
                </a:solidFill>
              </a:rPr>
              <a:t>思いきって入会させていただきます</a:t>
            </a:r>
            <a:r>
              <a:rPr lang="en-US" altLang="ja-JP" sz="1400" dirty="0">
                <a:solidFill>
                  <a:sysClr val="windowText" lastClr="000000"/>
                </a:solidFill>
              </a:rPr>
              <a:t>❗</a:t>
            </a:r>
          </a:p>
        </p:txBody>
      </p:sp>
      <p:graphicFrame>
        <p:nvGraphicFramePr>
          <p:cNvPr id="115" name="表 24">
            <a:extLst>
              <a:ext uri="{FF2B5EF4-FFF2-40B4-BE49-F238E27FC236}">
                <a16:creationId xmlns:a16="http://schemas.microsoft.com/office/drawing/2014/main" id="{8B4B6CC7-97C4-527C-90B4-CB1B81FCF882}"/>
              </a:ext>
            </a:extLst>
          </p:cNvPr>
          <p:cNvGraphicFramePr>
            <a:graphicFrameLocks noGrp="1"/>
          </p:cNvGraphicFramePr>
          <p:nvPr>
            <p:extLst>
              <p:ext uri="{D42A27DB-BD31-4B8C-83A1-F6EECF244321}">
                <p14:modId xmlns:p14="http://schemas.microsoft.com/office/powerpoint/2010/main" val="3611853274"/>
              </p:ext>
            </p:extLst>
          </p:nvPr>
        </p:nvGraphicFramePr>
        <p:xfrm>
          <a:off x="12610548" y="2935558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L0079</a:t>
                      </a:r>
                    </a:p>
                    <a:p>
                      <a:pPr algn="ctr"/>
                      <a:r>
                        <a:rPr kumimoji="1" lang="ja-JP" altLang="en-US" sz="1400" b="0">
                          <a:solidFill>
                            <a:schemeClr val="tx1"/>
                          </a:solidFill>
                        </a:rPr>
                        <a:t>京都</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わいわい</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代後半</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16" name="角丸四角形吹き出し 115">
            <a:extLst>
              <a:ext uri="{FF2B5EF4-FFF2-40B4-BE49-F238E27FC236}">
                <a16:creationId xmlns:a16="http://schemas.microsoft.com/office/drawing/2014/main" id="{67461ABE-097D-DB11-2CE5-7524CA020A86}"/>
              </a:ext>
            </a:extLst>
          </p:cNvPr>
          <p:cNvSpPr/>
          <p:nvPr/>
        </p:nvSpPr>
        <p:spPr>
          <a:xfrm>
            <a:off x="8721147" y="29310717"/>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うまい棒の日記念に入会希望です。ワラビサコさんありがとうございます。</a:t>
            </a:r>
            <a:endParaRPr lang="en-US" altLang="ja-JP" sz="1400" dirty="0">
              <a:solidFill>
                <a:sysClr val="windowText" lastClr="000000"/>
              </a:solidFill>
            </a:endParaRPr>
          </a:p>
        </p:txBody>
      </p:sp>
      <p:graphicFrame>
        <p:nvGraphicFramePr>
          <p:cNvPr id="74" name="表 24">
            <a:extLst>
              <a:ext uri="{FF2B5EF4-FFF2-40B4-BE49-F238E27FC236}">
                <a16:creationId xmlns:a16="http://schemas.microsoft.com/office/drawing/2014/main" id="{AE19BA8D-D6A3-DAA1-0B26-C983503754DA}"/>
              </a:ext>
            </a:extLst>
          </p:cNvPr>
          <p:cNvGraphicFramePr>
            <a:graphicFrameLocks noGrp="1"/>
          </p:cNvGraphicFramePr>
          <p:nvPr>
            <p:extLst>
              <p:ext uri="{D42A27DB-BD31-4B8C-83A1-F6EECF244321}">
                <p14:modId xmlns:p14="http://schemas.microsoft.com/office/powerpoint/2010/main" val="515072989"/>
              </p:ext>
            </p:extLst>
          </p:nvPr>
        </p:nvGraphicFramePr>
        <p:xfrm>
          <a:off x="12610548" y="3009218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L0080</a:t>
                      </a:r>
                    </a:p>
                    <a:p>
                      <a:pPr algn="ctr"/>
                      <a:r>
                        <a:rPr kumimoji="1" lang="ja-JP" altLang="en-US" sz="1400" b="0">
                          <a:solidFill>
                            <a:schemeClr val="tx1"/>
                          </a:solidFill>
                        </a:rPr>
                        <a:t>東大阪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あひるだんご</a:t>
                      </a:r>
                      <a:endParaRPr lang="en-US" altLang="ja-JP" sz="1400" b="0" dirty="0">
                        <a:solidFill>
                          <a:schemeClr val="tx1"/>
                        </a:solidFill>
                      </a:endParaRPr>
                    </a:p>
                    <a:p>
                      <a:pPr algn="ctr"/>
                      <a:r>
                        <a:rPr lang="en-US" altLang="ja-JP" sz="1400" b="0" dirty="0">
                          <a:solidFill>
                            <a:schemeClr val="tx1"/>
                          </a:solidFill>
                        </a:rPr>
                        <a:t>56</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5" name="角丸四角形吹き出し 74">
            <a:extLst>
              <a:ext uri="{FF2B5EF4-FFF2-40B4-BE49-F238E27FC236}">
                <a16:creationId xmlns:a16="http://schemas.microsoft.com/office/drawing/2014/main" id="{7B7AF0A7-EC75-647B-B572-4F9F241B40B3}"/>
              </a:ext>
            </a:extLst>
          </p:cNvPr>
          <p:cNvSpPr/>
          <p:nvPr/>
        </p:nvSpPr>
        <p:spPr>
          <a:xfrm>
            <a:off x="8721147" y="30097432"/>
            <a:ext cx="3195045" cy="580198"/>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煩塊はラジコのタイムフリーで楽しんでます　今週の呼び掛けでライン登録しました　</a:t>
            </a:r>
            <a:endParaRPr lang="en-US" altLang="ja-JP" sz="1100" dirty="0">
              <a:solidFill>
                <a:sysClr val="windowText" lastClr="000000"/>
              </a:solidFill>
            </a:endParaRPr>
          </a:p>
          <a:p>
            <a:pPr algn="ctr"/>
            <a:r>
              <a:rPr lang="ja-JP" altLang="en-US" sz="1100">
                <a:solidFill>
                  <a:sysClr val="windowText" lastClr="000000"/>
                </a:solidFill>
              </a:rPr>
              <a:t>よろしくお願いいたします</a:t>
            </a:r>
            <a:r>
              <a:rPr lang="en-US" altLang="ja-JP" sz="1100" dirty="0">
                <a:solidFill>
                  <a:sysClr val="windowText" lastClr="000000"/>
                </a:solidFill>
              </a:rPr>
              <a:t>😊</a:t>
            </a:r>
          </a:p>
        </p:txBody>
      </p:sp>
      <p:graphicFrame>
        <p:nvGraphicFramePr>
          <p:cNvPr id="76" name="表 24">
            <a:extLst>
              <a:ext uri="{FF2B5EF4-FFF2-40B4-BE49-F238E27FC236}">
                <a16:creationId xmlns:a16="http://schemas.microsoft.com/office/drawing/2014/main" id="{089155F5-9FAC-CBB1-5B11-8E697D538F03}"/>
              </a:ext>
            </a:extLst>
          </p:cNvPr>
          <p:cNvGraphicFramePr>
            <a:graphicFrameLocks noGrp="1"/>
          </p:cNvGraphicFramePr>
          <p:nvPr>
            <p:extLst>
              <p:ext uri="{D42A27DB-BD31-4B8C-83A1-F6EECF244321}">
                <p14:modId xmlns:p14="http://schemas.microsoft.com/office/powerpoint/2010/main" val="247630952"/>
              </p:ext>
            </p:extLst>
          </p:nvPr>
        </p:nvGraphicFramePr>
        <p:xfrm>
          <a:off x="19435428" y="44337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L0081</a:t>
                      </a:r>
                    </a:p>
                    <a:p>
                      <a:pPr algn="ctr"/>
                      <a:r>
                        <a:rPr kumimoji="1" lang="ja-JP" altLang="en-US" sz="1400" b="0">
                          <a:solidFill>
                            <a:schemeClr val="tx1"/>
                          </a:solidFill>
                        </a:rPr>
                        <a:t>姫路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セツ</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7" name="角丸四角形吹き出し 76">
            <a:extLst>
              <a:ext uri="{FF2B5EF4-FFF2-40B4-BE49-F238E27FC236}">
                <a16:creationId xmlns:a16="http://schemas.microsoft.com/office/drawing/2014/main" id="{7122046C-03AC-40C7-9791-ECEEAA2223BA}"/>
              </a:ext>
            </a:extLst>
          </p:cNvPr>
          <p:cNvSpPr/>
          <p:nvPr/>
        </p:nvSpPr>
        <p:spPr>
          <a:xfrm>
            <a:off x="15546027" y="499337"/>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いろいろと不慣れですが</a:t>
            </a:r>
            <a:endParaRPr lang="en-US" altLang="ja-JP" sz="1400" dirty="0">
              <a:solidFill>
                <a:sysClr val="windowText" lastClr="000000"/>
              </a:solidFill>
            </a:endParaRPr>
          </a:p>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sp>
        <p:nvSpPr>
          <p:cNvPr id="79" name="角丸四角形吹き出し 78">
            <a:extLst>
              <a:ext uri="{FF2B5EF4-FFF2-40B4-BE49-F238E27FC236}">
                <a16:creationId xmlns:a16="http://schemas.microsoft.com/office/drawing/2014/main" id="{653C85D5-070A-23CD-F1AE-7CD97A55E7CB}"/>
              </a:ext>
            </a:extLst>
          </p:cNvPr>
          <p:cNvSpPr/>
          <p:nvPr/>
        </p:nvSpPr>
        <p:spPr>
          <a:xfrm>
            <a:off x="15546027" y="120436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ja-JP" sz="1400" dirty="0">
                <a:solidFill>
                  <a:sysClr val="windowText" lastClr="000000"/>
                </a:solidFill>
              </a:rPr>
              <a:t>#18</a:t>
            </a:r>
            <a:r>
              <a:rPr lang="ja-JP" altLang="en-US" sz="1400">
                <a:solidFill>
                  <a:sysClr val="windowText" lastClr="000000"/>
                </a:solidFill>
              </a:rPr>
              <a:t>からぼんかた聴いてます。</a:t>
            </a:r>
            <a:endParaRPr lang="en-US" altLang="ja-JP" sz="1400" dirty="0">
              <a:solidFill>
                <a:sysClr val="windowText" lastClr="000000"/>
              </a:solidFill>
            </a:endParaRPr>
          </a:p>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2" name="表 24">
            <a:extLst>
              <a:ext uri="{FF2B5EF4-FFF2-40B4-BE49-F238E27FC236}">
                <a16:creationId xmlns:a16="http://schemas.microsoft.com/office/drawing/2014/main" id="{E4482A17-ADCB-B619-F207-C351569DC936}"/>
              </a:ext>
            </a:extLst>
          </p:cNvPr>
          <p:cNvGraphicFramePr>
            <a:graphicFrameLocks noGrp="1"/>
          </p:cNvGraphicFramePr>
          <p:nvPr>
            <p:extLst>
              <p:ext uri="{D42A27DB-BD31-4B8C-83A1-F6EECF244321}">
                <p14:modId xmlns:p14="http://schemas.microsoft.com/office/powerpoint/2010/main" val="78486615"/>
              </p:ext>
            </p:extLst>
          </p:nvPr>
        </p:nvGraphicFramePr>
        <p:xfrm>
          <a:off x="19435428" y="117826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L0082</a:t>
                      </a:r>
                    </a:p>
                    <a:p>
                      <a:pPr algn="ctr"/>
                      <a:r>
                        <a:rPr kumimoji="1" lang="ja-JP" altLang="en-US" sz="1400" b="0">
                          <a:solidFill>
                            <a:schemeClr val="tx1"/>
                          </a:solidFill>
                        </a:rPr>
                        <a:t>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テラちん</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3" name="角丸四角形吹き出し 32">
            <a:extLst>
              <a:ext uri="{FF2B5EF4-FFF2-40B4-BE49-F238E27FC236}">
                <a16:creationId xmlns:a16="http://schemas.microsoft.com/office/drawing/2014/main" id="{A4888BD6-1CCD-98F8-ECD4-FC7746B7FE9F}"/>
              </a:ext>
            </a:extLst>
          </p:cNvPr>
          <p:cNvSpPr/>
          <p:nvPr/>
        </p:nvSpPr>
        <p:spPr>
          <a:xfrm>
            <a:off x="15546027" y="2648671"/>
            <a:ext cx="3235935" cy="575736"/>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100">
                <a:solidFill>
                  <a:sysClr val="windowText" lastClr="000000"/>
                </a:solidFill>
              </a:rPr>
              <a:t>皆さんと語り合いたいです！なんの特技もありませんがお仲間に入れていただけますか？</a:t>
            </a:r>
            <a:endParaRPr lang="en-US" altLang="ja-JP" sz="1100" dirty="0">
              <a:solidFill>
                <a:sysClr val="windowText" lastClr="000000"/>
              </a:solidFill>
            </a:endParaRPr>
          </a:p>
          <a:p>
            <a:pPr algn="ctr"/>
            <a:r>
              <a:rPr lang="ja-JP" altLang="en-US" sz="1100">
                <a:solidFill>
                  <a:sysClr val="windowText" lastClr="000000"/>
                </a:solidFill>
              </a:rPr>
              <a:t>ラジオだけはかかさず聴かせてもらっています。</a:t>
            </a:r>
            <a:endParaRPr lang="en-US" altLang="ja-JP" sz="1100" dirty="0">
              <a:solidFill>
                <a:sysClr val="windowText" lastClr="000000"/>
              </a:solidFill>
            </a:endParaRPr>
          </a:p>
        </p:txBody>
      </p:sp>
      <p:sp>
        <p:nvSpPr>
          <p:cNvPr id="35" name="角丸四角形吹き出し 34">
            <a:extLst>
              <a:ext uri="{FF2B5EF4-FFF2-40B4-BE49-F238E27FC236}">
                <a16:creationId xmlns:a16="http://schemas.microsoft.com/office/drawing/2014/main" id="{905A0D3A-146E-FAE3-88CF-9ED3EB38FF00}"/>
              </a:ext>
            </a:extLst>
          </p:cNvPr>
          <p:cNvSpPr/>
          <p:nvPr/>
        </p:nvSpPr>
        <p:spPr>
          <a:xfrm>
            <a:off x="15546027" y="348043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にじみ出るお</a:t>
            </a:r>
            <a:r>
              <a:rPr lang="en-US" altLang="ja-JP" sz="1400" dirty="0">
                <a:solidFill>
                  <a:sysClr val="windowText" lastClr="000000"/>
                </a:solidFill>
              </a:rPr>
              <a:t>2</a:t>
            </a:r>
            <a:r>
              <a:rPr lang="ja-JP" altLang="en-US" sz="1400">
                <a:solidFill>
                  <a:sysClr val="windowText" lastClr="000000"/>
                </a:solidFill>
              </a:rPr>
              <a:t>人の人柄の良さに惹かれ、ファンになりました！</a:t>
            </a:r>
            <a:endParaRPr lang="en-US" altLang="ja-JP" sz="1400" dirty="0">
              <a:solidFill>
                <a:sysClr val="windowText" lastClr="000000"/>
              </a:solidFill>
            </a:endParaRPr>
          </a:p>
        </p:txBody>
      </p:sp>
      <p:graphicFrame>
        <p:nvGraphicFramePr>
          <p:cNvPr id="36" name="表 24">
            <a:extLst>
              <a:ext uri="{FF2B5EF4-FFF2-40B4-BE49-F238E27FC236}">
                <a16:creationId xmlns:a16="http://schemas.microsoft.com/office/drawing/2014/main" id="{0C67DAC2-CC9D-FD42-A297-DCDFEA5EA2CB}"/>
              </a:ext>
            </a:extLst>
          </p:cNvPr>
          <p:cNvGraphicFramePr>
            <a:graphicFrameLocks noGrp="1"/>
          </p:cNvGraphicFramePr>
          <p:nvPr>
            <p:extLst>
              <p:ext uri="{D42A27DB-BD31-4B8C-83A1-F6EECF244321}">
                <p14:modId xmlns:p14="http://schemas.microsoft.com/office/powerpoint/2010/main" val="2160131983"/>
              </p:ext>
            </p:extLst>
          </p:nvPr>
        </p:nvGraphicFramePr>
        <p:xfrm>
          <a:off x="19435428" y="270624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L0084</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400" b="0">
                          <a:solidFill>
                            <a:schemeClr val="tx1"/>
                          </a:solidFill>
                        </a:rPr>
                        <a:t>ポーちゃん</a:t>
                      </a:r>
                      <a:endParaRPr lang="en-US" altLang="ja-JP" sz="1400" b="0" dirty="0">
                        <a:solidFill>
                          <a:schemeClr val="tx1"/>
                        </a:solidFill>
                      </a:endParaRPr>
                    </a:p>
                    <a:p>
                      <a:pPr algn="ctr"/>
                      <a:r>
                        <a:rPr lang="en-US" altLang="ja-JP" sz="1400" b="0" dirty="0">
                          <a:solidFill>
                            <a:schemeClr val="tx1"/>
                          </a:solidFill>
                        </a:rPr>
                        <a:t>54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2" name="表 24">
            <a:extLst>
              <a:ext uri="{FF2B5EF4-FFF2-40B4-BE49-F238E27FC236}">
                <a16:creationId xmlns:a16="http://schemas.microsoft.com/office/drawing/2014/main" id="{4D1ADD83-33EE-D69E-79F9-AF028496D212}"/>
              </a:ext>
            </a:extLst>
          </p:cNvPr>
          <p:cNvGraphicFramePr>
            <a:graphicFrameLocks noGrp="1"/>
          </p:cNvGraphicFramePr>
          <p:nvPr>
            <p:extLst>
              <p:ext uri="{D42A27DB-BD31-4B8C-83A1-F6EECF244321}">
                <p14:modId xmlns:p14="http://schemas.microsoft.com/office/powerpoint/2010/main" val="1953189110"/>
              </p:ext>
            </p:extLst>
          </p:nvPr>
        </p:nvGraphicFramePr>
        <p:xfrm>
          <a:off x="19435428" y="342288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L0085</a:t>
                      </a:r>
                    </a:p>
                    <a:p>
                      <a:pPr algn="ctr"/>
                      <a:r>
                        <a:rPr kumimoji="1" lang="ja-JP" altLang="en-US" sz="1400" b="0">
                          <a:solidFill>
                            <a:schemeClr val="tx1"/>
                          </a:solidFill>
                        </a:rPr>
                        <a:t>新潟</a:t>
                      </a:r>
                      <a:endParaRPr kumimoji="1" lang="en-US" altLang="ja-JP" sz="1400" b="0" dirty="0">
                        <a:solidFill>
                          <a:schemeClr val="tx1"/>
                        </a:solidFill>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あさこ</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3" name="角丸四角形吹き出し 42">
            <a:extLst>
              <a:ext uri="{FF2B5EF4-FFF2-40B4-BE49-F238E27FC236}">
                <a16:creationId xmlns:a16="http://schemas.microsoft.com/office/drawing/2014/main" id="{9201AE01-AA04-74F4-2AA4-F1F9EB3323DF}"/>
              </a:ext>
            </a:extLst>
          </p:cNvPr>
          <p:cNvSpPr/>
          <p:nvPr/>
        </p:nvSpPr>
        <p:spPr>
          <a:xfrm>
            <a:off x="15546027" y="419270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小学</a:t>
            </a:r>
            <a:r>
              <a:rPr lang="en-US" altLang="ja-JP" sz="1400" dirty="0">
                <a:solidFill>
                  <a:sysClr val="windowText" lastClr="000000"/>
                </a:solidFill>
              </a:rPr>
              <a:t>1</a:t>
            </a:r>
            <a:r>
              <a:rPr lang="ja-JP" altLang="en-US" sz="1400">
                <a:solidFill>
                  <a:sysClr val="windowText" lastClr="000000"/>
                </a:solidFill>
              </a:rPr>
              <a:t>年生の時の担任の名前が</a:t>
            </a:r>
            <a:endParaRPr lang="en-US" altLang="ja-JP" sz="1400" dirty="0">
              <a:solidFill>
                <a:sysClr val="windowText" lastClr="000000"/>
              </a:solidFill>
            </a:endParaRPr>
          </a:p>
          <a:p>
            <a:pPr algn="ctr"/>
            <a:r>
              <a:rPr lang="ja-JP" altLang="en-US" sz="1400">
                <a:solidFill>
                  <a:sysClr val="windowText" lastClr="000000"/>
                </a:solidFill>
              </a:rPr>
              <a:t>かずこです。</a:t>
            </a:r>
            <a:endParaRPr lang="en-US" altLang="ja-JP" sz="1400" dirty="0">
              <a:solidFill>
                <a:sysClr val="windowText" lastClr="000000"/>
              </a:solidFill>
            </a:endParaRPr>
          </a:p>
        </p:txBody>
      </p:sp>
      <p:graphicFrame>
        <p:nvGraphicFramePr>
          <p:cNvPr id="44" name="表 24">
            <a:extLst>
              <a:ext uri="{FF2B5EF4-FFF2-40B4-BE49-F238E27FC236}">
                <a16:creationId xmlns:a16="http://schemas.microsoft.com/office/drawing/2014/main" id="{EC9E7BFD-EE32-5B99-0B7A-0380976CAD36}"/>
              </a:ext>
            </a:extLst>
          </p:cNvPr>
          <p:cNvGraphicFramePr>
            <a:graphicFrameLocks noGrp="1"/>
          </p:cNvGraphicFramePr>
          <p:nvPr>
            <p:extLst>
              <p:ext uri="{D42A27DB-BD31-4B8C-83A1-F6EECF244321}">
                <p14:modId xmlns:p14="http://schemas.microsoft.com/office/powerpoint/2010/main" val="2924093146"/>
              </p:ext>
            </p:extLst>
          </p:nvPr>
        </p:nvGraphicFramePr>
        <p:xfrm>
          <a:off x="19435428" y="418401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L0086</a:t>
                      </a:r>
                    </a:p>
                    <a:p>
                      <a:pPr algn="ctr"/>
                      <a:r>
                        <a:rPr kumimoji="1" lang="ja-JP" altLang="en-US" sz="1400" b="0">
                          <a:solidFill>
                            <a:schemeClr val="tx1"/>
                          </a:solidFill>
                        </a:rPr>
                        <a:t>埼玉</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ちひろ</a:t>
                      </a:r>
                      <a:endParaRPr lang="en-US" altLang="ja-JP" sz="1400" b="0" dirty="0">
                        <a:solidFill>
                          <a:schemeClr val="tx1"/>
                        </a:solidFill>
                      </a:endParaRPr>
                    </a:p>
                    <a:p>
                      <a:pPr algn="ctr"/>
                      <a:r>
                        <a:rPr lang="en-US" altLang="ja-JP" sz="1400" b="0" dirty="0">
                          <a:solidFill>
                            <a:schemeClr val="tx1"/>
                          </a:solidFill>
                        </a:rPr>
                        <a:t>37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5" name="角丸四角形吹き出し 44">
            <a:extLst>
              <a:ext uri="{FF2B5EF4-FFF2-40B4-BE49-F238E27FC236}">
                <a16:creationId xmlns:a16="http://schemas.microsoft.com/office/drawing/2014/main" id="{209285EE-7C79-5330-5871-F51B83267756}"/>
              </a:ext>
            </a:extLst>
          </p:cNvPr>
          <p:cNvSpPr/>
          <p:nvPr/>
        </p:nvSpPr>
        <p:spPr>
          <a:xfrm>
            <a:off x="15546027" y="495368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100">
                <a:solidFill>
                  <a:sysClr val="windowText" lastClr="000000"/>
                </a:solidFill>
              </a:rPr>
              <a:t>ミルクボーイのおふたりの優しさとおもしろさが大好きです。これからもずっと応援しています！</a:t>
            </a:r>
            <a:endParaRPr lang="en-US" altLang="ja-JP" sz="1100" dirty="0">
              <a:solidFill>
                <a:sysClr val="windowText" lastClr="000000"/>
              </a:solidFill>
            </a:endParaRPr>
          </a:p>
        </p:txBody>
      </p:sp>
      <p:graphicFrame>
        <p:nvGraphicFramePr>
          <p:cNvPr id="46" name="表 24">
            <a:extLst>
              <a:ext uri="{FF2B5EF4-FFF2-40B4-BE49-F238E27FC236}">
                <a16:creationId xmlns:a16="http://schemas.microsoft.com/office/drawing/2014/main" id="{92393C7B-EDC8-9AE3-6A52-1B31D67330FB}"/>
              </a:ext>
            </a:extLst>
          </p:cNvPr>
          <p:cNvGraphicFramePr>
            <a:graphicFrameLocks noGrp="1"/>
          </p:cNvGraphicFramePr>
          <p:nvPr>
            <p:extLst>
              <p:ext uri="{D42A27DB-BD31-4B8C-83A1-F6EECF244321}">
                <p14:modId xmlns:p14="http://schemas.microsoft.com/office/powerpoint/2010/main" val="3419666420"/>
              </p:ext>
            </p:extLst>
          </p:nvPr>
        </p:nvGraphicFramePr>
        <p:xfrm>
          <a:off x="19435428" y="492758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L0087</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ようちゃん</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9" name="角丸四角形吹き出し 48">
            <a:extLst>
              <a:ext uri="{FF2B5EF4-FFF2-40B4-BE49-F238E27FC236}">
                <a16:creationId xmlns:a16="http://schemas.microsoft.com/office/drawing/2014/main" id="{F6B39407-80BE-E0FA-DF86-43560CD8F9A7}"/>
              </a:ext>
            </a:extLst>
          </p:cNvPr>
          <p:cNvSpPr/>
          <p:nvPr/>
        </p:nvSpPr>
        <p:spPr>
          <a:xfrm>
            <a:off x="15546027" y="5684782"/>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兵動さんのヒョドワングランプリでミルクボーイを知りました。一緒に盛り上げたいと思います。</a:t>
            </a:r>
            <a:endParaRPr lang="en-US" altLang="ja-JP" sz="1100" dirty="0">
              <a:solidFill>
                <a:sysClr val="windowText" lastClr="000000"/>
              </a:solidFill>
            </a:endParaRPr>
          </a:p>
        </p:txBody>
      </p:sp>
      <p:sp>
        <p:nvSpPr>
          <p:cNvPr id="70" name="角丸四角形吹き出し 69">
            <a:extLst>
              <a:ext uri="{FF2B5EF4-FFF2-40B4-BE49-F238E27FC236}">
                <a16:creationId xmlns:a16="http://schemas.microsoft.com/office/drawing/2014/main" id="{BB63AF95-B295-BE33-1971-ED85A23244BD}"/>
              </a:ext>
            </a:extLst>
          </p:cNvPr>
          <p:cNvSpPr/>
          <p:nvPr/>
        </p:nvSpPr>
        <p:spPr>
          <a:xfrm>
            <a:off x="15546027" y="646541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ぼんかた１回目放送からハマッてます！　よろしくお願いいたします。</a:t>
            </a:r>
            <a:endParaRPr lang="en-US" altLang="ja-JP" sz="1400" dirty="0">
              <a:solidFill>
                <a:sysClr val="windowText" lastClr="000000"/>
              </a:solidFill>
            </a:endParaRPr>
          </a:p>
        </p:txBody>
      </p:sp>
      <p:graphicFrame>
        <p:nvGraphicFramePr>
          <p:cNvPr id="71" name="表 24">
            <a:extLst>
              <a:ext uri="{FF2B5EF4-FFF2-40B4-BE49-F238E27FC236}">
                <a16:creationId xmlns:a16="http://schemas.microsoft.com/office/drawing/2014/main" id="{A3E87145-AB72-2258-CEF3-22FDA0BA5FEA}"/>
              </a:ext>
            </a:extLst>
          </p:cNvPr>
          <p:cNvGraphicFramePr>
            <a:graphicFrameLocks noGrp="1"/>
          </p:cNvGraphicFramePr>
          <p:nvPr>
            <p:extLst>
              <p:ext uri="{D42A27DB-BD31-4B8C-83A1-F6EECF244321}">
                <p14:modId xmlns:p14="http://schemas.microsoft.com/office/powerpoint/2010/main" val="1237786567"/>
              </p:ext>
            </p:extLst>
          </p:nvPr>
        </p:nvGraphicFramePr>
        <p:xfrm>
          <a:off x="19435428" y="568374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L0088</a:t>
                      </a:r>
                    </a:p>
                    <a:p>
                      <a:pPr algn="ctr"/>
                      <a:r>
                        <a:rPr kumimoji="1" lang="ja-JP" altLang="en-US" sz="1400" b="0">
                          <a:solidFill>
                            <a:schemeClr val="tx1"/>
                          </a:solidFill>
                        </a:rPr>
                        <a:t>大阪市</a:t>
                      </a:r>
                      <a:endParaRPr kumimoji="1" lang="en-US" altLang="ja-JP" sz="1400" b="0" dirty="0">
                        <a:solidFill>
                          <a:schemeClr val="tx1"/>
                        </a:solidFil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ヒロユキ</a:t>
                      </a:r>
                      <a:endParaRPr lang="en-US" altLang="ja-JP" sz="1400" b="0" dirty="0">
                        <a:solidFill>
                          <a:schemeClr val="tx1"/>
                        </a:solidFill>
                      </a:endParaRPr>
                    </a:p>
                    <a:p>
                      <a:pPr algn="ctr"/>
                      <a:r>
                        <a:rPr lang="ja-JP" altLang="en-US" sz="1400" b="0">
                          <a:solidFill>
                            <a:schemeClr val="tx1"/>
                          </a:solidFill>
                        </a:rPr>
                        <a:t>まだ</a:t>
                      </a: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19" name="表 24">
            <a:extLst>
              <a:ext uri="{FF2B5EF4-FFF2-40B4-BE49-F238E27FC236}">
                <a16:creationId xmlns:a16="http://schemas.microsoft.com/office/drawing/2014/main" id="{3B9579D1-6B53-E38B-62BC-0FEA835AA955}"/>
              </a:ext>
            </a:extLst>
          </p:cNvPr>
          <p:cNvGraphicFramePr>
            <a:graphicFrameLocks noGrp="1"/>
          </p:cNvGraphicFramePr>
          <p:nvPr>
            <p:extLst>
              <p:ext uri="{D42A27DB-BD31-4B8C-83A1-F6EECF244321}">
                <p14:modId xmlns:p14="http://schemas.microsoft.com/office/powerpoint/2010/main" val="453738493"/>
              </p:ext>
            </p:extLst>
          </p:nvPr>
        </p:nvGraphicFramePr>
        <p:xfrm>
          <a:off x="19435428" y="645327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L0089</a:t>
                      </a:r>
                      <a:r>
                        <a:rPr kumimoji="1" lang="ja-JP" altLang="en-US" sz="1400" b="0">
                          <a:solidFill>
                            <a:schemeClr val="tx1"/>
                          </a:solidFill>
                        </a:rPr>
                        <a:t>京都</a:t>
                      </a:r>
                      <a:endParaRPr kumimoji="1" lang="en-US" altLang="ja-JP" sz="1400" b="0" dirty="0">
                        <a:solidFill>
                          <a:schemeClr val="tx1"/>
                        </a:solidFil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いうみか</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0" name="角丸四角形吹き出し 119">
            <a:extLst>
              <a:ext uri="{FF2B5EF4-FFF2-40B4-BE49-F238E27FC236}">
                <a16:creationId xmlns:a16="http://schemas.microsoft.com/office/drawing/2014/main" id="{4901D371-B141-B939-323D-CE852C24FAB7}"/>
              </a:ext>
            </a:extLst>
          </p:cNvPr>
          <p:cNvSpPr/>
          <p:nvPr/>
        </p:nvSpPr>
        <p:spPr>
          <a:xfrm>
            <a:off x="15546027" y="724864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900">
                <a:solidFill>
                  <a:sysClr val="windowText" lastClr="000000"/>
                </a:solidFill>
              </a:rPr>
              <a:t>初見は</a:t>
            </a:r>
            <a:r>
              <a:rPr lang="en-US" altLang="ja-JP" sz="900" dirty="0">
                <a:solidFill>
                  <a:sysClr val="windowText" lastClr="000000"/>
                </a:solidFill>
              </a:rPr>
              <a:t>M1</a:t>
            </a:r>
            <a:r>
              <a:rPr lang="ja-JP" altLang="en-US" sz="900">
                <a:solidFill>
                  <a:sysClr val="windowText" lastClr="000000"/>
                </a:solidFill>
              </a:rPr>
              <a:t>。すっかり虜になりました！それ以来、劇場に足を運んでおります。テレビやラジオでもご活躍のお二人を共有させてください。よろしくお願いします。</a:t>
            </a:r>
            <a:endParaRPr lang="en-US" altLang="ja-JP" sz="900" dirty="0">
              <a:solidFill>
                <a:sysClr val="windowText" lastClr="000000"/>
              </a:solidFill>
            </a:endParaRPr>
          </a:p>
        </p:txBody>
      </p:sp>
      <p:sp>
        <p:nvSpPr>
          <p:cNvPr id="122" name="角丸四角形吹き出し 121">
            <a:extLst>
              <a:ext uri="{FF2B5EF4-FFF2-40B4-BE49-F238E27FC236}">
                <a16:creationId xmlns:a16="http://schemas.microsoft.com/office/drawing/2014/main" id="{8DAB5004-FB57-CD18-D5F7-2A749DDECAFF}"/>
              </a:ext>
            </a:extLst>
          </p:cNvPr>
          <p:cNvSpPr/>
          <p:nvPr/>
        </p:nvSpPr>
        <p:spPr>
          <a:xfrm>
            <a:off x="15551322" y="811004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a:solidFill>
                  <a:sysClr val="windowText" lastClr="000000"/>
                </a:solidFill>
              </a:rPr>
              <a:t>特技は無いんですがミルクボーイさんが好きです</a:t>
            </a:r>
            <a:r>
              <a:rPr lang="en-US" altLang="ja-JP" sz="1400" dirty="0">
                <a:solidFill>
                  <a:sysClr val="windowText" lastClr="000000"/>
                </a:solidFill>
              </a:rPr>
              <a:t>✨</a:t>
            </a: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123" name="表 24">
            <a:extLst>
              <a:ext uri="{FF2B5EF4-FFF2-40B4-BE49-F238E27FC236}">
                <a16:creationId xmlns:a16="http://schemas.microsoft.com/office/drawing/2014/main" id="{266FAF6D-DCA4-BCF8-3832-7608F115AD13}"/>
              </a:ext>
            </a:extLst>
          </p:cNvPr>
          <p:cNvGraphicFramePr>
            <a:graphicFrameLocks noGrp="1"/>
          </p:cNvGraphicFramePr>
          <p:nvPr>
            <p:extLst>
              <p:ext uri="{D42A27DB-BD31-4B8C-83A1-F6EECF244321}">
                <p14:modId xmlns:p14="http://schemas.microsoft.com/office/powerpoint/2010/main" val="3839644028"/>
              </p:ext>
            </p:extLst>
          </p:nvPr>
        </p:nvGraphicFramePr>
        <p:xfrm>
          <a:off x="19435428" y="724233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L0090</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ともおみ</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4" name="角丸四角形吹き出し 123">
            <a:extLst>
              <a:ext uri="{FF2B5EF4-FFF2-40B4-BE49-F238E27FC236}">
                <a16:creationId xmlns:a16="http://schemas.microsoft.com/office/drawing/2014/main" id="{4F33356E-28DF-9527-0764-4E3124952F84}"/>
              </a:ext>
            </a:extLst>
          </p:cNvPr>
          <p:cNvSpPr/>
          <p:nvPr/>
        </p:nvSpPr>
        <p:spPr>
          <a:xfrm>
            <a:off x="1742781" y="29311572"/>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祇園花月でライブを観た後、お花見や紅葉狩りなどご一緒しましょう！</a:t>
            </a:r>
            <a:endParaRPr lang="en-US" altLang="ja-JP" sz="1400" dirty="0">
              <a:solidFill>
                <a:sysClr val="windowText" lastClr="000000"/>
              </a:solidFill>
            </a:endParaRPr>
          </a:p>
        </p:txBody>
      </p:sp>
      <p:graphicFrame>
        <p:nvGraphicFramePr>
          <p:cNvPr id="125" name="表 24">
            <a:extLst>
              <a:ext uri="{FF2B5EF4-FFF2-40B4-BE49-F238E27FC236}">
                <a16:creationId xmlns:a16="http://schemas.microsoft.com/office/drawing/2014/main" id="{2B3266B6-185A-F4C3-EA24-4AEDE2EBDE4D}"/>
              </a:ext>
            </a:extLst>
          </p:cNvPr>
          <p:cNvGraphicFramePr>
            <a:graphicFrameLocks noGrp="1"/>
          </p:cNvGraphicFramePr>
          <p:nvPr>
            <p:extLst>
              <p:ext uri="{D42A27DB-BD31-4B8C-83A1-F6EECF244321}">
                <p14:modId xmlns:p14="http://schemas.microsoft.com/office/powerpoint/2010/main" val="2494272838"/>
              </p:ext>
            </p:extLst>
          </p:nvPr>
        </p:nvGraphicFramePr>
        <p:xfrm>
          <a:off x="19440723" y="806685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L0091</a:t>
                      </a:r>
                    </a:p>
                    <a:p>
                      <a:pPr algn="ctr"/>
                      <a:r>
                        <a:rPr kumimoji="1" lang="ja-JP" altLang="en-US" sz="1400" b="0">
                          <a:solidFill>
                            <a:schemeClr val="tx1"/>
                          </a:solidFill>
                        </a:rPr>
                        <a:t>三重</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B92"/>
                    </a:solidFill>
                  </a:tcPr>
                </a:tc>
                <a:tc>
                  <a:txBody>
                    <a:bodyPr/>
                    <a:lstStyle/>
                    <a:p>
                      <a:pPr algn="ctr"/>
                      <a:r>
                        <a:rPr lang="ja-JP" altLang="en-US" sz="1400" b="0">
                          <a:solidFill>
                            <a:schemeClr val="tx1"/>
                          </a:solidFill>
                        </a:rPr>
                        <a:t>みやこ</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6" name="角丸四角形吹き出し 125">
            <a:extLst>
              <a:ext uri="{FF2B5EF4-FFF2-40B4-BE49-F238E27FC236}">
                <a16:creationId xmlns:a16="http://schemas.microsoft.com/office/drawing/2014/main" id="{CF9C80E6-B661-24B3-D666-7537F3DAD0B7}"/>
              </a:ext>
            </a:extLst>
          </p:cNvPr>
          <p:cNvSpPr/>
          <p:nvPr/>
        </p:nvSpPr>
        <p:spPr>
          <a:xfrm>
            <a:off x="8714765" y="26314224"/>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 altLang="ja-JP" sz="1400" dirty="0">
                <a:solidFill>
                  <a:sysClr val="windowText" lastClr="000000"/>
                </a:solidFill>
              </a:rPr>
              <a:t>M1</a:t>
            </a:r>
            <a:r>
              <a:rPr lang="ja-JP" altLang="en-US" sz="1400">
                <a:solidFill>
                  <a:sysClr val="windowText" lastClr="000000"/>
                </a:solidFill>
              </a:rPr>
              <a:t>で出会ってボンカタを中心にミルクボーイを応援しています！</a:t>
            </a:r>
            <a:endParaRPr lang="ja-JP" altLang="en-US" sz="1400" dirty="0">
              <a:solidFill>
                <a:sysClr val="windowText" lastClr="000000"/>
              </a:solidFill>
            </a:endParaRPr>
          </a:p>
        </p:txBody>
      </p:sp>
      <p:graphicFrame>
        <p:nvGraphicFramePr>
          <p:cNvPr id="129" name="表 24">
            <a:extLst>
              <a:ext uri="{FF2B5EF4-FFF2-40B4-BE49-F238E27FC236}">
                <a16:creationId xmlns:a16="http://schemas.microsoft.com/office/drawing/2014/main" id="{4D646D4C-578F-A2AC-7319-5E32D3C053E4}"/>
              </a:ext>
            </a:extLst>
          </p:cNvPr>
          <p:cNvGraphicFramePr>
            <a:graphicFrameLocks noGrp="1"/>
          </p:cNvGraphicFramePr>
          <p:nvPr>
            <p:extLst>
              <p:ext uri="{D42A27DB-BD31-4B8C-83A1-F6EECF244321}">
                <p14:modId xmlns:p14="http://schemas.microsoft.com/office/powerpoint/2010/main" val="3161222492"/>
              </p:ext>
            </p:extLst>
          </p:nvPr>
        </p:nvGraphicFramePr>
        <p:xfrm>
          <a:off x="12604166" y="2628882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L0075</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みるぷ</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31" name="角丸四角形吹き出し 130">
            <a:extLst>
              <a:ext uri="{FF2B5EF4-FFF2-40B4-BE49-F238E27FC236}">
                <a16:creationId xmlns:a16="http://schemas.microsoft.com/office/drawing/2014/main" id="{88F47411-B873-1AE1-6098-990C56C536BB}"/>
              </a:ext>
            </a:extLst>
          </p:cNvPr>
          <p:cNvSpPr/>
          <p:nvPr/>
        </p:nvSpPr>
        <p:spPr>
          <a:xfrm>
            <a:off x="15546027" y="1925626"/>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これからもミルクボーイの活躍</a:t>
            </a:r>
            <a:endParaRPr lang="en-US" altLang="ja-JP" sz="1400" dirty="0">
              <a:solidFill>
                <a:sysClr val="windowText" lastClr="000000"/>
              </a:solidFill>
            </a:endParaRPr>
          </a:p>
          <a:p>
            <a:pPr algn="ctr"/>
            <a:r>
              <a:rPr lang="ja-JP" altLang="en-US" sz="1400">
                <a:solidFill>
                  <a:sysClr val="windowText" lastClr="000000"/>
                </a:solidFill>
              </a:rPr>
              <a:t>なによりも楽しみにしてます</a:t>
            </a:r>
            <a:endParaRPr lang="en-US" altLang="ja-JP" sz="1400" dirty="0">
              <a:solidFill>
                <a:sysClr val="windowText" lastClr="000000"/>
              </a:solidFill>
            </a:endParaRPr>
          </a:p>
        </p:txBody>
      </p:sp>
      <p:graphicFrame>
        <p:nvGraphicFramePr>
          <p:cNvPr id="127" name="表 24">
            <a:extLst>
              <a:ext uri="{FF2B5EF4-FFF2-40B4-BE49-F238E27FC236}">
                <a16:creationId xmlns:a16="http://schemas.microsoft.com/office/drawing/2014/main" id="{A32A045F-AA1F-E483-F849-FF6118493D4A}"/>
              </a:ext>
            </a:extLst>
          </p:cNvPr>
          <p:cNvGraphicFramePr>
            <a:graphicFrameLocks noGrp="1"/>
          </p:cNvGraphicFramePr>
          <p:nvPr>
            <p:extLst>
              <p:ext uri="{D42A27DB-BD31-4B8C-83A1-F6EECF244321}">
                <p14:modId xmlns:p14="http://schemas.microsoft.com/office/powerpoint/2010/main" val="966581864"/>
              </p:ext>
            </p:extLst>
          </p:nvPr>
        </p:nvGraphicFramePr>
        <p:xfrm>
          <a:off x="5749356" y="29273499"/>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T0039</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あんこ</a:t>
                      </a:r>
                      <a:endParaRPr lang="en-US" altLang="ja-JP" sz="1400" b="0" dirty="0">
                        <a:solidFill>
                          <a:schemeClr val="tx1"/>
                        </a:solidFill>
                      </a:endParaRPr>
                    </a:p>
                    <a:p>
                      <a:pPr algn="ctr"/>
                      <a:r>
                        <a:rPr lang="en-US" altLang="ja-JP" sz="1400" b="0" dirty="0">
                          <a:solidFill>
                            <a:schemeClr val="tx1"/>
                          </a:solidFill>
                        </a:rPr>
                        <a:t>61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29" name="表 24">
            <a:extLst>
              <a:ext uri="{FF2B5EF4-FFF2-40B4-BE49-F238E27FC236}">
                <a16:creationId xmlns:a16="http://schemas.microsoft.com/office/drawing/2014/main" id="{AFA799F6-81CB-1D2F-6531-896AD8E3E001}"/>
              </a:ext>
            </a:extLst>
          </p:cNvPr>
          <p:cNvGraphicFramePr>
            <a:graphicFrameLocks noGrp="1"/>
          </p:cNvGraphicFramePr>
          <p:nvPr>
            <p:extLst>
              <p:ext uri="{D42A27DB-BD31-4B8C-83A1-F6EECF244321}">
                <p14:modId xmlns:p14="http://schemas.microsoft.com/office/powerpoint/2010/main" val="1779124311"/>
              </p:ext>
            </p:extLst>
          </p:nvPr>
        </p:nvGraphicFramePr>
        <p:xfrm>
          <a:off x="5813830" y="45567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L0001</a:t>
                      </a:r>
                    </a:p>
                    <a:p>
                      <a:pPr algn="ctr"/>
                      <a:r>
                        <a:rPr kumimoji="1" lang="ja-JP" altLang="en-US" sz="1400" b="0">
                          <a:solidFill>
                            <a:schemeClr val="tx1"/>
                          </a:solidFill>
                        </a:rPr>
                        <a:t>兵庫</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兵庫県の</a:t>
                      </a:r>
                      <a:br>
                        <a:rPr lang="en-US" altLang="ja-JP" sz="1400" b="0" dirty="0">
                          <a:solidFill>
                            <a:schemeClr val="tx1"/>
                          </a:solidFill>
                        </a:rPr>
                      </a:br>
                      <a:r>
                        <a:rPr lang="ja-JP" altLang="en-US" sz="1400" b="0">
                          <a:solidFill>
                            <a:schemeClr val="tx1"/>
                          </a:solidFill>
                        </a:rPr>
                        <a:t>おはな</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30" name="角丸四角形吹き出し 329">
            <a:extLst>
              <a:ext uri="{FF2B5EF4-FFF2-40B4-BE49-F238E27FC236}">
                <a16:creationId xmlns:a16="http://schemas.microsoft.com/office/drawing/2014/main" id="{349A0A7E-B8DC-18B7-BC8D-72E8AEBA7001}"/>
              </a:ext>
            </a:extLst>
          </p:cNvPr>
          <p:cNvSpPr/>
          <p:nvPr/>
        </p:nvSpPr>
        <p:spPr>
          <a:xfrm>
            <a:off x="1859946" y="460456"/>
            <a:ext cx="3363363"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ぼんかた大好きです！</a:t>
            </a:r>
            <a:br>
              <a:rPr lang="en-US" altLang="ja-JP" sz="1400" dirty="0">
                <a:solidFill>
                  <a:sysClr val="windowText" lastClr="000000"/>
                </a:solidFill>
              </a:rPr>
            </a:br>
            <a:r>
              <a:rPr lang="ja-JP" altLang="en-US" sz="1400">
                <a:solidFill>
                  <a:sysClr val="windowText" lastClr="000000"/>
                </a:solidFill>
              </a:rPr>
              <a:t>よろしくお願いします</a:t>
            </a:r>
            <a:r>
              <a:rPr lang="en-US" altLang="ja-JP" sz="1400" dirty="0">
                <a:solidFill>
                  <a:sysClr val="windowText" lastClr="000000"/>
                </a:solidFill>
              </a:rPr>
              <a:t>( *ˊ</a:t>
            </a:r>
            <a:r>
              <a:rPr lang="iu-Cans-CA" altLang="ja-JP" sz="1400" dirty="0">
                <a:solidFill>
                  <a:sysClr val="windowText" lastClr="000000"/>
                </a:solidFill>
              </a:rPr>
              <a:t>ᗜˋ* )</a:t>
            </a:r>
            <a:endParaRPr lang="en-US" altLang="ja-JP" sz="1400" dirty="0">
              <a:solidFill>
                <a:sysClr val="windowText" lastClr="000000"/>
              </a:solidFill>
            </a:endParaRPr>
          </a:p>
        </p:txBody>
      </p:sp>
      <p:sp>
        <p:nvSpPr>
          <p:cNvPr id="331" name="角丸四角形吹き出し 330">
            <a:extLst>
              <a:ext uri="{FF2B5EF4-FFF2-40B4-BE49-F238E27FC236}">
                <a16:creationId xmlns:a16="http://schemas.microsoft.com/office/drawing/2014/main" id="{3897FD84-29DD-282A-9081-708769BD83D3}"/>
              </a:ext>
            </a:extLst>
          </p:cNvPr>
          <p:cNvSpPr/>
          <p:nvPr/>
        </p:nvSpPr>
        <p:spPr>
          <a:xfrm>
            <a:off x="1859939" y="1960246"/>
            <a:ext cx="3331384"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単独やイベント一緒に行きましょう！</a:t>
            </a:r>
          </a:p>
        </p:txBody>
      </p:sp>
      <p:graphicFrame>
        <p:nvGraphicFramePr>
          <p:cNvPr id="332" name="表 24">
            <a:extLst>
              <a:ext uri="{FF2B5EF4-FFF2-40B4-BE49-F238E27FC236}">
                <a16:creationId xmlns:a16="http://schemas.microsoft.com/office/drawing/2014/main" id="{986A8C95-6E3C-AFFA-DED3-567494ACF224}"/>
              </a:ext>
            </a:extLst>
          </p:cNvPr>
          <p:cNvGraphicFramePr>
            <a:graphicFrameLocks noGrp="1"/>
          </p:cNvGraphicFramePr>
          <p:nvPr>
            <p:extLst>
              <p:ext uri="{D42A27DB-BD31-4B8C-83A1-F6EECF244321}">
                <p14:modId xmlns:p14="http://schemas.microsoft.com/office/powerpoint/2010/main" val="4198680426"/>
              </p:ext>
            </p:extLst>
          </p:nvPr>
        </p:nvGraphicFramePr>
        <p:xfrm>
          <a:off x="5813830" y="197014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L0003</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らな子</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33" name="角丸四角形吹き出し 332">
            <a:extLst>
              <a:ext uri="{FF2B5EF4-FFF2-40B4-BE49-F238E27FC236}">
                <a16:creationId xmlns:a16="http://schemas.microsoft.com/office/drawing/2014/main" id="{062DC1D6-26EC-59DE-52ED-3A612986B08D}"/>
              </a:ext>
            </a:extLst>
          </p:cNvPr>
          <p:cNvSpPr/>
          <p:nvPr/>
        </p:nvSpPr>
        <p:spPr>
          <a:xfrm>
            <a:off x="1859946" y="2693809"/>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ysClr val="windowText" lastClr="000000"/>
                </a:solidFill>
              </a:rPr>
              <a:t>ボンカタ初回から聞いてますがテンポについていけなかったんですがワラビサコさんの</a:t>
            </a:r>
            <a:r>
              <a:rPr lang="en" altLang="ja-JP" sz="800" dirty="0">
                <a:solidFill>
                  <a:sysClr val="windowText" lastClr="000000"/>
                </a:solidFill>
              </a:rPr>
              <a:t>note</a:t>
            </a:r>
            <a:r>
              <a:rPr lang="ja-JP" altLang="en-US" sz="800">
                <a:solidFill>
                  <a:sysClr val="windowText" lastClr="000000"/>
                </a:solidFill>
              </a:rPr>
              <a:t>で理解し楽しくなりました。特技なにもないので入会ためらってました。この機会をありがとうございます。</a:t>
            </a:r>
            <a:endParaRPr lang="en-US" altLang="ja-JP" sz="800" dirty="0">
              <a:solidFill>
                <a:sysClr val="windowText" lastClr="000000"/>
              </a:solidFill>
            </a:endParaRPr>
          </a:p>
        </p:txBody>
      </p:sp>
      <p:graphicFrame>
        <p:nvGraphicFramePr>
          <p:cNvPr id="334" name="表 24">
            <a:extLst>
              <a:ext uri="{FF2B5EF4-FFF2-40B4-BE49-F238E27FC236}">
                <a16:creationId xmlns:a16="http://schemas.microsoft.com/office/drawing/2014/main" id="{DECD7646-BF5F-F73B-A2AA-05417FBCEBB7}"/>
              </a:ext>
            </a:extLst>
          </p:cNvPr>
          <p:cNvGraphicFramePr>
            <a:graphicFrameLocks noGrp="1"/>
          </p:cNvGraphicFramePr>
          <p:nvPr>
            <p:extLst>
              <p:ext uri="{D42A27DB-BD31-4B8C-83A1-F6EECF244321}">
                <p14:modId xmlns:p14="http://schemas.microsoft.com/office/powerpoint/2010/main" val="420866199"/>
              </p:ext>
            </p:extLst>
          </p:nvPr>
        </p:nvGraphicFramePr>
        <p:xfrm>
          <a:off x="5813830" y="272737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L0004</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いくこ</a:t>
                      </a:r>
                      <a:endParaRPr lang="en-US" altLang="ja-JP" sz="1400" b="0" dirty="0">
                        <a:solidFill>
                          <a:schemeClr val="tx1"/>
                        </a:solidFill>
                      </a:endParaRPr>
                    </a:p>
                    <a:p>
                      <a:pPr algn="ctr"/>
                      <a:r>
                        <a:rPr lang="en-US" altLang="ja-JP" sz="1400" b="0" dirty="0">
                          <a:solidFill>
                            <a:schemeClr val="tx1"/>
                          </a:solidFill>
                        </a:rPr>
                        <a:t>55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35" name="角丸四角形吹き出し 334">
            <a:extLst>
              <a:ext uri="{FF2B5EF4-FFF2-40B4-BE49-F238E27FC236}">
                <a16:creationId xmlns:a16="http://schemas.microsoft.com/office/drawing/2014/main" id="{CBA17167-F989-5F2D-531B-391563340AC4}"/>
              </a:ext>
            </a:extLst>
          </p:cNvPr>
          <p:cNvSpPr/>
          <p:nvPr/>
        </p:nvSpPr>
        <p:spPr>
          <a:xfrm>
            <a:off x="1859946" y="3446524"/>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全国のミルクボーイファンの皆さんと仲良くなりたいです！よろしくお願いします🙏</a:t>
            </a:r>
            <a:endParaRPr lang="en-US" altLang="ja-JP" sz="1200" dirty="0">
              <a:solidFill>
                <a:sysClr val="windowText" lastClr="000000"/>
              </a:solidFill>
            </a:endParaRPr>
          </a:p>
        </p:txBody>
      </p:sp>
      <p:graphicFrame>
        <p:nvGraphicFramePr>
          <p:cNvPr id="336" name="表 24">
            <a:extLst>
              <a:ext uri="{FF2B5EF4-FFF2-40B4-BE49-F238E27FC236}">
                <a16:creationId xmlns:a16="http://schemas.microsoft.com/office/drawing/2014/main" id="{98A72639-9004-118A-71D1-29394CC1D88C}"/>
              </a:ext>
            </a:extLst>
          </p:cNvPr>
          <p:cNvGraphicFramePr>
            <a:graphicFrameLocks noGrp="1"/>
          </p:cNvGraphicFramePr>
          <p:nvPr>
            <p:extLst>
              <p:ext uri="{D42A27DB-BD31-4B8C-83A1-F6EECF244321}">
                <p14:modId xmlns:p14="http://schemas.microsoft.com/office/powerpoint/2010/main" val="2783825512"/>
              </p:ext>
            </p:extLst>
          </p:nvPr>
        </p:nvGraphicFramePr>
        <p:xfrm>
          <a:off x="5799052" y="3484614"/>
          <a:ext cx="1845686"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L0005</a:t>
                      </a:r>
                    </a:p>
                    <a:p>
                      <a:pPr algn="ctr"/>
                      <a:r>
                        <a:rPr kumimoji="1" lang="ja-JP" altLang="en-US" sz="1400" b="0">
                          <a:solidFill>
                            <a:schemeClr val="bg1"/>
                          </a:solidFill>
                        </a:rPr>
                        <a:t>島根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5A11"/>
                    </a:solidFill>
                  </a:tcPr>
                </a:tc>
                <a:tc>
                  <a:txBody>
                    <a:bodyPr/>
                    <a:lstStyle/>
                    <a:p>
                      <a:pPr algn="ctr"/>
                      <a:r>
                        <a:rPr lang="ja-JP" altLang="en-US" sz="1400" b="0">
                          <a:solidFill>
                            <a:schemeClr val="tx1"/>
                          </a:solidFill>
                        </a:rPr>
                        <a:t>ケンチ</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37" name="角丸四角形吹き出し 336">
            <a:extLst>
              <a:ext uri="{FF2B5EF4-FFF2-40B4-BE49-F238E27FC236}">
                <a16:creationId xmlns:a16="http://schemas.microsoft.com/office/drawing/2014/main" id="{03FCC66C-2850-C9D7-F41F-DB1863EE2EB5}"/>
              </a:ext>
            </a:extLst>
          </p:cNvPr>
          <p:cNvSpPr/>
          <p:nvPr/>
        </p:nvSpPr>
        <p:spPr>
          <a:xfrm>
            <a:off x="1859946" y="4209580"/>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ysClr val="windowText" lastClr="000000"/>
                </a:solidFill>
              </a:rPr>
              <a:t>ボンカタ、みるかよリスナーです。よろしくお願いします。皆さんと繋がって情報共有できて嬉しいです</a:t>
            </a:r>
            <a:endParaRPr lang="en-US" altLang="ja-JP" sz="1000" dirty="0">
              <a:solidFill>
                <a:sysClr val="windowText" lastClr="000000"/>
              </a:solidFill>
            </a:endParaRPr>
          </a:p>
        </p:txBody>
      </p:sp>
      <p:graphicFrame>
        <p:nvGraphicFramePr>
          <p:cNvPr id="338" name="表 24">
            <a:extLst>
              <a:ext uri="{FF2B5EF4-FFF2-40B4-BE49-F238E27FC236}">
                <a16:creationId xmlns:a16="http://schemas.microsoft.com/office/drawing/2014/main" id="{7D45D7EF-0597-E1A0-DDA8-9A9D978116AC}"/>
              </a:ext>
            </a:extLst>
          </p:cNvPr>
          <p:cNvGraphicFramePr>
            <a:graphicFrameLocks noGrp="1"/>
          </p:cNvGraphicFramePr>
          <p:nvPr>
            <p:extLst>
              <p:ext uri="{D42A27DB-BD31-4B8C-83A1-F6EECF244321}">
                <p14:modId xmlns:p14="http://schemas.microsoft.com/office/powerpoint/2010/main" val="2916856897"/>
              </p:ext>
            </p:extLst>
          </p:nvPr>
        </p:nvGraphicFramePr>
        <p:xfrm>
          <a:off x="5813830" y="424185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L0006</a:t>
                      </a:r>
                    </a:p>
                    <a:p>
                      <a:pPr algn="ctr"/>
                      <a:r>
                        <a:rPr kumimoji="1" lang="ja-JP" altLang="en-US" sz="1400" b="0">
                          <a:solidFill>
                            <a:schemeClr val="tx1"/>
                          </a:solidFill>
                        </a:rPr>
                        <a:t>埼玉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5"/>
                    </a:solidFill>
                  </a:tcPr>
                </a:tc>
                <a:tc>
                  <a:txBody>
                    <a:bodyPr/>
                    <a:lstStyle/>
                    <a:p>
                      <a:pPr algn="ctr"/>
                      <a:r>
                        <a:rPr lang="ja-JP" altLang="en-US" sz="1400" b="0">
                          <a:solidFill>
                            <a:schemeClr val="tx1"/>
                          </a:solidFill>
                        </a:rPr>
                        <a:t>みるこ</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39" name="角丸四角形吹き出し 338">
            <a:extLst>
              <a:ext uri="{FF2B5EF4-FFF2-40B4-BE49-F238E27FC236}">
                <a16:creationId xmlns:a16="http://schemas.microsoft.com/office/drawing/2014/main" id="{5B6DF6D4-FDA7-DE6E-EE7A-5D7A50C08833}"/>
              </a:ext>
            </a:extLst>
          </p:cNvPr>
          <p:cNvSpPr/>
          <p:nvPr/>
        </p:nvSpPr>
        <p:spPr>
          <a:xfrm>
            <a:off x="1859946" y="4971007"/>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とまりさんじゅうはっさいです</a:t>
            </a:r>
            <a:endParaRPr lang="en-US" altLang="ja-JP" sz="1400" dirty="0">
              <a:solidFill>
                <a:sysClr val="windowText" lastClr="000000"/>
              </a:solidFill>
            </a:endParaRPr>
          </a:p>
          <a:p>
            <a:pPr algn="ctr"/>
            <a:r>
              <a:rPr lang="ja-JP" altLang="en-US" sz="1400">
                <a:solidFill>
                  <a:sysClr val="windowText" lastClr="000000"/>
                </a:solidFill>
              </a:rPr>
              <a:t>よろしくおねがいします</a:t>
            </a:r>
            <a:endParaRPr lang="en-US" altLang="ja-JP" sz="1400" dirty="0">
              <a:solidFill>
                <a:sysClr val="windowText" lastClr="000000"/>
              </a:solidFill>
            </a:endParaRPr>
          </a:p>
        </p:txBody>
      </p:sp>
      <p:graphicFrame>
        <p:nvGraphicFramePr>
          <p:cNvPr id="340" name="表 24">
            <a:extLst>
              <a:ext uri="{FF2B5EF4-FFF2-40B4-BE49-F238E27FC236}">
                <a16:creationId xmlns:a16="http://schemas.microsoft.com/office/drawing/2014/main" id="{49346A73-4CD3-F459-A594-2751CB4043FE}"/>
              </a:ext>
            </a:extLst>
          </p:cNvPr>
          <p:cNvGraphicFramePr>
            <a:graphicFrameLocks noGrp="1"/>
          </p:cNvGraphicFramePr>
          <p:nvPr>
            <p:extLst>
              <p:ext uri="{D42A27DB-BD31-4B8C-83A1-F6EECF244321}">
                <p14:modId xmlns:p14="http://schemas.microsoft.com/office/powerpoint/2010/main" val="2012265871"/>
              </p:ext>
            </p:extLst>
          </p:nvPr>
        </p:nvGraphicFramePr>
        <p:xfrm>
          <a:off x="5813830" y="499908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L0007</a:t>
                      </a:r>
                    </a:p>
                    <a:p>
                      <a:pPr algn="ctr"/>
                      <a:r>
                        <a:rPr kumimoji="1" lang="ja-JP" altLang="en-US" sz="1400" b="0">
                          <a:solidFill>
                            <a:schemeClr val="tx1"/>
                          </a:solidFill>
                        </a:rPr>
                        <a:t>川西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とまり</a:t>
                      </a:r>
                      <a:endParaRPr lang="en-US" altLang="ja-JP" sz="1400" b="0" dirty="0">
                        <a:solidFill>
                          <a:schemeClr val="tx1"/>
                        </a:solidFill>
                      </a:endParaRPr>
                    </a:p>
                    <a:p>
                      <a:pPr algn="ctr"/>
                      <a:r>
                        <a:rPr lang="en-US" altLang="ja-JP" sz="1400" b="0" dirty="0">
                          <a:solidFill>
                            <a:schemeClr val="tx1"/>
                          </a:solidFill>
                        </a:rPr>
                        <a:t>38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41" name="表 24">
            <a:extLst>
              <a:ext uri="{FF2B5EF4-FFF2-40B4-BE49-F238E27FC236}">
                <a16:creationId xmlns:a16="http://schemas.microsoft.com/office/drawing/2014/main" id="{CE91390E-DEED-B85B-9D48-1A0F42B72FF6}"/>
              </a:ext>
            </a:extLst>
          </p:cNvPr>
          <p:cNvGraphicFramePr>
            <a:graphicFrameLocks noGrp="1"/>
          </p:cNvGraphicFramePr>
          <p:nvPr>
            <p:extLst>
              <p:ext uri="{D42A27DB-BD31-4B8C-83A1-F6EECF244321}">
                <p14:modId xmlns:p14="http://schemas.microsoft.com/office/powerpoint/2010/main" val="403886566"/>
              </p:ext>
            </p:extLst>
          </p:nvPr>
        </p:nvGraphicFramePr>
        <p:xfrm>
          <a:off x="5813830" y="575632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L0008</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ねこ</a:t>
                      </a:r>
                      <a:endParaRPr lang="en-US" altLang="ja-JP" sz="1400" b="0" dirty="0">
                        <a:solidFill>
                          <a:schemeClr val="tx1"/>
                        </a:solidFill>
                      </a:endParaRPr>
                    </a:p>
                    <a:p>
                      <a:pPr algn="ctr"/>
                      <a:r>
                        <a:rPr lang="en-US" altLang="ja-JP" sz="1400" b="0" dirty="0">
                          <a:solidFill>
                            <a:schemeClr val="tx1"/>
                          </a:solidFill>
                        </a:rPr>
                        <a:t>44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42" name="角丸四角形吹き出し 341">
            <a:extLst>
              <a:ext uri="{FF2B5EF4-FFF2-40B4-BE49-F238E27FC236}">
                <a16:creationId xmlns:a16="http://schemas.microsoft.com/office/drawing/2014/main" id="{BE020FDF-C5ED-5444-3219-B31223CA468D}"/>
              </a:ext>
            </a:extLst>
          </p:cNvPr>
          <p:cNvSpPr/>
          <p:nvPr/>
        </p:nvSpPr>
        <p:spPr>
          <a:xfrm>
            <a:off x="1859939" y="5712881"/>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オフ会などありましたら</a:t>
            </a:r>
            <a:endParaRPr lang="en-US" altLang="ja-JP" sz="1400" dirty="0">
              <a:solidFill>
                <a:sysClr val="windowText" lastClr="000000"/>
              </a:solidFill>
            </a:endParaRPr>
          </a:p>
          <a:p>
            <a:pPr algn="ctr"/>
            <a:r>
              <a:rPr lang="ja-JP" altLang="en-US" sz="1400">
                <a:solidFill>
                  <a:sysClr val="windowText" lastClr="000000"/>
                </a:solidFill>
              </a:rPr>
              <a:t>参加したいです。</a:t>
            </a:r>
            <a:endParaRPr lang="en-US" altLang="ja-JP" sz="1400" dirty="0">
              <a:solidFill>
                <a:sysClr val="windowText" lastClr="000000"/>
              </a:solidFill>
            </a:endParaRPr>
          </a:p>
        </p:txBody>
      </p:sp>
      <p:graphicFrame>
        <p:nvGraphicFramePr>
          <p:cNvPr id="343" name="表 24">
            <a:extLst>
              <a:ext uri="{FF2B5EF4-FFF2-40B4-BE49-F238E27FC236}">
                <a16:creationId xmlns:a16="http://schemas.microsoft.com/office/drawing/2014/main" id="{943B3CFE-4CB8-26E2-2EE0-396667A9C176}"/>
              </a:ext>
            </a:extLst>
          </p:cNvPr>
          <p:cNvGraphicFramePr>
            <a:graphicFrameLocks noGrp="1"/>
          </p:cNvGraphicFramePr>
          <p:nvPr>
            <p:extLst>
              <p:ext uri="{D42A27DB-BD31-4B8C-83A1-F6EECF244321}">
                <p14:modId xmlns:p14="http://schemas.microsoft.com/office/powerpoint/2010/main" val="1351599756"/>
              </p:ext>
            </p:extLst>
          </p:nvPr>
        </p:nvGraphicFramePr>
        <p:xfrm>
          <a:off x="5813830" y="651355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L0009</a:t>
                      </a:r>
                    </a:p>
                    <a:p>
                      <a:pPr algn="ctr"/>
                      <a:r>
                        <a:rPr kumimoji="1" lang="ja-JP" altLang="en-US" sz="1400" b="0">
                          <a:solidFill>
                            <a:schemeClr val="bg1"/>
                          </a:solidFill>
                        </a:rPr>
                        <a:t>愛知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ろんね</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44" name="角丸四角形吹き出し 343">
            <a:extLst>
              <a:ext uri="{FF2B5EF4-FFF2-40B4-BE49-F238E27FC236}">
                <a16:creationId xmlns:a16="http://schemas.microsoft.com/office/drawing/2014/main" id="{35C301D7-E5FC-553B-264F-14371B63BE60}"/>
              </a:ext>
            </a:extLst>
          </p:cNvPr>
          <p:cNvSpPr/>
          <p:nvPr/>
        </p:nvSpPr>
        <p:spPr>
          <a:xfrm>
            <a:off x="1859939" y="6480139"/>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気の利いた事が書けなくてスミマセンが</a:t>
            </a:r>
            <a:r>
              <a:rPr lang="en-US" altLang="ja-JP" sz="1100" dirty="0">
                <a:solidFill>
                  <a:sysClr val="windowText" lastClr="000000"/>
                </a:solidFill>
              </a:rPr>
              <a:t>…</a:t>
            </a:r>
          </a:p>
          <a:p>
            <a:pPr algn="ctr"/>
            <a:r>
              <a:rPr lang="ja-JP" altLang="en-US" sz="1100">
                <a:solidFill>
                  <a:sysClr val="windowText" lastClr="000000"/>
                </a:solidFill>
              </a:rPr>
              <a:t>とても楽しみにしています。</a:t>
            </a:r>
            <a:endParaRPr lang="en-US" altLang="ja-JP" sz="1100" dirty="0">
              <a:solidFill>
                <a:sysClr val="windowText" lastClr="000000"/>
              </a:solidFill>
            </a:endParaRPr>
          </a:p>
          <a:p>
            <a:pPr algn="ctr"/>
            <a:r>
              <a:rPr lang="ja-JP" altLang="en-US" sz="1100">
                <a:solidFill>
                  <a:sysClr val="windowText" lastClr="000000"/>
                </a:solidFill>
              </a:rPr>
              <a:t>よろしくお願いいたします。</a:t>
            </a:r>
            <a:endParaRPr lang="en-US" altLang="ja-JP" sz="1100" dirty="0">
              <a:solidFill>
                <a:sysClr val="windowText" lastClr="000000"/>
              </a:solidFill>
            </a:endParaRPr>
          </a:p>
        </p:txBody>
      </p:sp>
      <p:graphicFrame>
        <p:nvGraphicFramePr>
          <p:cNvPr id="345" name="表 24">
            <a:extLst>
              <a:ext uri="{FF2B5EF4-FFF2-40B4-BE49-F238E27FC236}">
                <a16:creationId xmlns:a16="http://schemas.microsoft.com/office/drawing/2014/main" id="{0590A50C-039B-602C-AF67-DF058EE182D3}"/>
              </a:ext>
            </a:extLst>
          </p:cNvPr>
          <p:cNvGraphicFramePr>
            <a:graphicFrameLocks noGrp="1"/>
          </p:cNvGraphicFramePr>
          <p:nvPr>
            <p:extLst>
              <p:ext uri="{D42A27DB-BD31-4B8C-83A1-F6EECF244321}">
                <p14:modId xmlns:p14="http://schemas.microsoft.com/office/powerpoint/2010/main" val="467317757"/>
              </p:ext>
            </p:extLst>
          </p:nvPr>
        </p:nvGraphicFramePr>
        <p:xfrm>
          <a:off x="5813830" y="727079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L0010</a:t>
                      </a:r>
                    </a:p>
                    <a:p>
                      <a:pPr algn="ctr"/>
                      <a:r>
                        <a:rPr kumimoji="1" lang="ja-JP" altLang="en-US" sz="1400" b="0">
                          <a:solidFill>
                            <a:schemeClr val="bg1"/>
                          </a:solidFill>
                        </a:rPr>
                        <a:t>沖縄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ja-JP" altLang="en-US" sz="1400" b="0">
                          <a:solidFill>
                            <a:schemeClr val="tx1"/>
                          </a:solidFill>
                        </a:rPr>
                        <a:t>けこ</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46" name="角丸四角形吹き出し 345">
            <a:extLst>
              <a:ext uri="{FF2B5EF4-FFF2-40B4-BE49-F238E27FC236}">
                <a16:creationId xmlns:a16="http://schemas.microsoft.com/office/drawing/2014/main" id="{ADD69ED5-E0D7-A1C8-636E-525CFB4774E9}"/>
              </a:ext>
            </a:extLst>
          </p:cNvPr>
          <p:cNvSpPr/>
          <p:nvPr/>
        </p:nvSpPr>
        <p:spPr>
          <a:xfrm>
            <a:off x="1859939" y="7252072"/>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ysClr val="windowText" lastClr="000000"/>
                </a:solidFill>
              </a:rPr>
              <a:t>大阪出身沖縄在住です。仕事で英語を使う機会が</a:t>
            </a:r>
            <a:endParaRPr lang="en-US" altLang="ja-JP" sz="1000" dirty="0">
              <a:solidFill>
                <a:sysClr val="windowText" lastClr="000000"/>
              </a:solidFill>
            </a:endParaRPr>
          </a:p>
          <a:p>
            <a:pPr algn="ctr"/>
            <a:r>
              <a:rPr lang="ja-JP" altLang="en-US" sz="1000">
                <a:solidFill>
                  <a:sysClr val="windowText" lastClr="000000"/>
                </a:solidFill>
              </a:rPr>
              <a:t>多いのでミルクボーイの海外公演の際にはかずこの会の皆さんのサポートできます。</a:t>
            </a:r>
            <a:endParaRPr lang="en-US" altLang="ja-JP" sz="1000" dirty="0">
              <a:solidFill>
                <a:sysClr val="windowText" lastClr="000000"/>
              </a:solidFill>
            </a:endParaRPr>
          </a:p>
        </p:txBody>
      </p:sp>
      <p:graphicFrame>
        <p:nvGraphicFramePr>
          <p:cNvPr id="347" name="表 24">
            <a:extLst>
              <a:ext uri="{FF2B5EF4-FFF2-40B4-BE49-F238E27FC236}">
                <a16:creationId xmlns:a16="http://schemas.microsoft.com/office/drawing/2014/main" id="{AF4542AE-1CBF-1472-947C-3D3171F04E1F}"/>
              </a:ext>
            </a:extLst>
          </p:cNvPr>
          <p:cNvGraphicFramePr>
            <a:graphicFrameLocks noGrp="1"/>
          </p:cNvGraphicFramePr>
          <p:nvPr>
            <p:extLst>
              <p:ext uri="{D42A27DB-BD31-4B8C-83A1-F6EECF244321}">
                <p14:modId xmlns:p14="http://schemas.microsoft.com/office/powerpoint/2010/main" val="2596471331"/>
              </p:ext>
            </p:extLst>
          </p:nvPr>
        </p:nvGraphicFramePr>
        <p:xfrm>
          <a:off x="5799052" y="8028030"/>
          <a:ext cx="1845686"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L0011</a:t>
                      </a:r>
                    </a:p>
                    <a:p>
                      <a:pPr algn="ctr"/>
                      <a:r>
                        <a:rPr kumimoji="1" lang="ja-JP" altLang="en-US" sz="1400" b="0">
                          <a:solidFill>
                            <a:schemeClr val="tx1"/>
                          </a:solidFill>
                        </a:rPr>
                        <a:t>東京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まさこ</a:t>
                      </a:r>
                      <a:endParaRPr lang="en-US" altLang="ja-JP" sz="1400" b="0" dirty="0">
                        <a:solidFill>
                          <a:schemeClr val="tx1"/>
                        </a:solidFill>
                      </a:endParaRPr>
                    </a:p>
                    <a:p>
                      <a:pPr algn="ctr"/>
                      <a:r>
                        <a:rPr lang="en-US" altLang="ja-JP" sz="1400" b="0" dirty="0">
                          <a:solidFill>
                            <a:schemeClr val="tx1"/>
                          </a:solidFill>
                        </a:rPr>
                        <a:t>33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48" name="角丸四角形吹き出し 347">
            <a:extLst>
              <a:ext uri="{FF2B5EF4-FFF2-40B4-BE49-F238E27FC236}">
                <a16:creationId xmlns:a16="http://schemas.microsoft.com/office/drawing/2014/main" id="{E610DDED-59FD-1E1E-EDFD-607A89FBEA06}"/>
              </a:ext>
            </a:extLst>
          </p:cNvPr>
          <p:cNvSpPr/>
          <p:nvPr/>
        </p:nvSpPr>
        <p:spPr>
          <a:xfrm>
            <a:off x="1859939" y="8004938"/>
            <a:ext cx="3278128"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300">
                <a:solidFill>
                  <a:sysClr val="windowText" lastClr="000000"/>
                </a:solidFill>
              </a:rPr>
              <a:t>ありがとうございます。</a:t>
            </a:r>
            <a:endParaRPr lang="en-US" altLang="ja-JP" sz="1300" dirty="0">
              <a:solidFill>
                <a:sysClr val="windowText" lastClr="000000"/>
              </a:solidFill>
            </a:endParaRPr>
          </a:p>
          <a:p>
            <a:pPr algn="ctr"/>
            <a:r>
              <a:rPr lang="ja-JP" altLang="en-US" sz="1300">
                <a:solidFill>
                  <a:sysClr val="windowText" lastClr="000000"/>
                </a:solidFill>
              </a:rPr>
              <a:t>ずっとかずこの会に憧れておりました。</a:t>
            </a:r>
            <a:endParaRPr lang="en-US" altLang="ja-JP" sz="1300" dirty="0">
              <a:solidFill>
                <a:sysClr val="windowText" lastClr="000000"/>
              </a:solidFill>
            </a:endParaRPr>
          </a:p>
        </p:txBody>
      </p:sp>
      <p:graphicFrame>
        <p:nvGraphicFramePr>
          <p:cNvPr id="349" name="表 24">
            <a:extLst>
              <a:ext uri="{FF2B5EF4-FFF2-40B4-BE49-F238E27FC236}">
                <a16:creationId xmlns:a16="http://schemas.microsoft.com/office/drawing/2014/main" id="{080439FB-7AEA-B691-A86C-62D4608B838D}"/>
              </a:ext>
            </a:extLst>
          </p:cNvPr>
          <p:cNvGraphicFramePr>
            <a:graphicFrameLocks noGrp="1"/>
          </p:cNvGraphicFramePr>
          <p:nvPr>
            <p:extLst>
              <p:ext uri="{D42A27DB-BD31-4B8C-83A1-F6EECF244321}">
                <p14:modId xmlns:p14="http://schemas.microsoft.com/office/powerpoint/2010/main" val="1368431647"/>
              </p:ext>
            </p:extLst>
          </p:nvPr>
        </p:nvGraphicFramePr>
        <p:xfrm>
          <a:off x="5813830" y="121290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L0002</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とり</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50" name="角丸四角形吹き出し 349">
            <a:extLst>
              <a:ext uri="{FF2B5EF4-FFF2-40B4-BE49-F238E27FC236}">
                <a16:creationId xmlns:a16="http://schemas.microsoft.com/office/drawing/2014/main" id="{3A67686A-6B8B-3FE4-E9CA-6E68401209F5}"/>
              </a:ext>
            </a:extLst>
          </p:cNvPr>
          <p:cNvSpPr/>
          <p:nvPr/>
        </p:nvSpPr>
        <p:spPr>
          <a:xfrm>
            <a:off x="1859939" y="1189602"/>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ぼんかた大好きです。かずこの会</a:t>
            </a:r>
            <a:br>
              <a:rPr lang="en-US" altLang="ja-JP" sz="1400" dirty="0">
                <a:solidFill>
                  <a:sysClr val="windowText" lastClr="000000"/>
                </a:solidFill>
              </a:rPr>
            </a:br>
            <a:r>
              <a:rPr lang="ja-JP" altLang="en-US" sz="1400">
                <a:solidFill>
                  <a:sysClr val="windowText" lastClr="000000"/>
                </a:solidFill>
              </a:rPr>
              <a:t>ぜひ仲間に入れてください。</a:t>
            </a:r>
            <a:endParaRPr lang="en-US" altLang="ja-JP" sz="1400" dirty="0">
              <a:solidFill>
                <a:sysClr val="windowText" lastClr="000000"/>
              </a:solidFill>
            </a:endParaRPr>
          </a:p>
        </p:txBody>
      </p:sp>
      <p:graphicFrame>
        <p:nvGraphicFramePr>
          <p:cNvPr id="351" name="表 24">
            <a:extLst>
              <a:ext uri="{FF2B5EF4-FFF2-40B4-BE49-F238E27FC236}">
                <a16:creationId xmlns:a16="http://schemas.microsoft.com/office/drawing/2014/main" id="{DFB95B84-8199-13C5-E480-8E3CE4D9EF27}"/>
              </a:ext>
            </a:extLst>
          </p:cNvPr>
          <p:cNvGraphicFramePr>
            <a:graphicFrameLocks noGrp="1"/>
          </p:cNvGraphicFramePr>
          <p:nvPr>
            <p:extLst>
              <p:ext uri="{D42A27DB-BD31-4B8C-83A1-F6EECF244321}">
                <p14:modId xmlns:p14="http://schemas.microsoft.com/office/powerpoint/2010/main" val="4144645940"/>
              </p:ext>
            </p:extLst>
          </p:nvPr>
        </p:nvGraphicFramePr>
        <p:xfrm>
          <a:off x="5802813" y="8741198"/>
          <a:ext cx="1830908" cy="518160"/>
        </p:xfrm>
        <a:graphic>
          <a:graphicData uri="http://schemas.openxmlformats.org/drawingml/2006/table">
            <a:tbl>
              <a:tblPr firstRow="1" bandRow="1">
                <a:tableStyleId>{5C22544A-7EE6-4342-B048-85BDC9FD1C3A}</a:tableStyleId>
              </a:tblPr>
              <a:tblGrid>
                <a:gridCol w="738763">
                  <a:extLst>
                    <a:ext uri="{9D8B030D-6E8A-4147-A177-3AD203B41FA5}">
                      <a16:colId xmlns:a16="http://schemas.microsoft.com/office/drawing/2014/main" val="291495438"/>
                    </a:ext>
                  </a:extLst>
                </a:gridCol>
                <a:gridCol w="1092145">
                  <a:extLst>
                    <a:ext uri="{9D8B030D-6E8A-4147-A177-3AD203B41FA5}">
                      <a16:colId xmlns:a16="http://schemas.microsoft.com/office/drawing/2014/main" val="1614509074"/>
                    </a:ext>
                  </a:extLst>
                </a:gridCol>
              </a:tblGrid>
              <a:tr h="486695">
                <a:tc>
                  <a:txBody>
                    <a:bodyPr/>
                    <a:lstStyle/>
                    <a:p>
                      <a:pPr algn="ctr"/>
                      <a:r>
                        <a:rPr kumimoji="1" lang="en-US" altLang="ja-JP" sz="1200" b="0" dirty="0">
                          <a:solidFill>
                            <a:schemeClr val="tx1"/>
                          </a:solidFill>
                        </a:rPr>
                        <a:t>L0012</a:t>
                      </a:r>
                    </a:p>
                    <a:p>
                      <a:pPr algn="ctr"/>
                      <a:r>
                        <a:rPr kumimoji="1" lang="ja-JP" altLang="en-US" sz="1200" b="0">
                          <a:solidFill>
                            <a:schemeClr val="tx1"/>
                          </a:solidFill>
                        </a:rPr>
                        <a:t>千葉</a:t>
                      </a:r>
                      <a:endParaRPr kumimoji="1" lang="en-US" altLang="ja-JP" sz="12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なな</a:t>
                      </a:r>
                      <a:endParaRPr lang="en-US" altLang="ja-JP" sz="1400" b="0" dirty="0">
                        <a:solidFill>
                          <a:schemeClr val="tx1"/>
                        </a:solidFill>
                      </a:endParaRPr>
                    </a:p>
                    <a:p>
                      <a:pPr algn="ctr"/>
                      <a:r>
                        <a:rPr lang="en-US" altLang="ja-JP" sz="1400" b="0" dirty="0">
                          <a:solidFill>
                            <a:schemeClr val="tx1"/>
                          </a:solidFill>
                        </a:rPr>
                        <a:t>24</a:t>
                      </a:r>
                      <a:r>
                        <a:rPr lang="ja-JP" altLang="en-US" sz="1400" b="0">
                          <a:solidFill>
                            <a:schemeClr val="tx1"/>
                          </a:solidFill>
                        </a:rPr>
                        <a:t>歳</a:t>
                      </a:r>
                      <a:endParaRPr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52" name="角丸四角形吹き出し 351">
            <a:extLst>
              <a:ext uri="{FF2B5EF4-FFF2-40B4-BE49-F238E27FC236}">
                <a16:creationId xmlns:a16="http://schemas.microsoft.com/office/drawing/2014/main" id="{137DA22D-AC63-DF31-B760-C7CEAEB58E6E}"/>
              </a:ext>
            </a:extLst>
          </p:cNvPr>
          <p:cNvSpPr/>
          <p:nvPr/>
        </p:nvSpPr>
        <p:spPr>
          <a:xfrm>
            <a:off x="1859939" y="8801642"/>
            <a:ext cx="3278128"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若者のため遠慮してましたが、</a:t>
            </a:r>
            <a:br>
              <a:rPr lang="en-US" altLang="ja-JP" sz="1400" dirty="0">
                <a:solidFill>
                  <a:sysClr val="windowText" lastClr="000000"/>
                </a:solidFill>
              </a:rPr>
            </a:br>
            <a:r>
              <a:rPr lang="ja-JP" altLang="en-US" sz="1400">
                <a:solidFill>
                  <a:sysClr val="windowText" lastClr="000000"/>
                </a:solidFill>
              </a:rPr>
              <a:t>ずっと入会を夢見てました！</a:t>
            </a:r>
            <a:endParaRPr lang="en-US" altLang="ja-JP" sz="1400" dirty="0">
              <a:solidFill>
                <a:sysClr val="windowText" lastClr="000000"/>
              </a:solidFill>
            </a:endParaRPr>
          </a:p>
        </p:txBody>
      </p:sp>
      <p:sp>
        <p:nvSpPr>
          <p:cNvPr id="353" name="角丸四角形吹き出し 352">
            <a:extLst>
              <a:ext uri="{FF2B5EF4-FFF2-40B4-BE49-F238E27FC236}">
                <a16:creationId xmlns:a16="http://schemas.microsoft.com/office/drawing/2014/main" id="{53BAA70E-869B-64B3-4228-A32B43CFCF7E}"/>
              </a:ext>
            </a:extLst>
          </p:cNvPr>
          <p:cNvSpPr/>
          <p:nvPr/>
        </p:nvSpPr>
        <p:spPr>
          <a:xfrm>
            <a:off x="1859946" y="10245993"/>
            <a:ext cx="3246959"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本名は子が付かないのですが、</a:t>
            </a:r>
            <a:br>
              <a:rPr lang="en-US" altLang="ja-JP" sz="1400" dirty="0">
                <a:solidFill>
                  <a:sysClr val="windowText" lastClr="000000"/>
                </a:solidFill>
              </a:rPr>
            </a:br>
            <a:r>
              <a:rPr lang="ja-JP" altLang="en-US" sz="1400">
                <a:solidFill>
                  <a:sysClr val="windowText" lastClr="000000"/>
                </a:solidFill>
              </a:rPr>
              <a:t>お願いします！</a:t>
            </a:r>
          </a:p>
        </p:txBody>
      </p:sp>
      <p:graphicFrame>
        <p:nvGraphicFramePr>
          <p:cNvPr id="354" name="表 24">
            <a:extLst>
              <a:ext uri="{FF2B5EF4-FFF2-40B4-BE49-F238E27FC236}">
                <a16:creationId xmlns:a16="http://schemas.microsoft.com/office/drawing/2014/main" id="{D18FB795-BA27-E4E3-7F66-FB59CA5F1463}"/>
              </a:ext>
            </a:extLst>
          </p:cNvPr>
          <p:cNvGraphicFramePr>
            <a:graphicFrameLocks noGrp="1"/>
          </p:cNvGraphicFramePr>
          <p:nvPr>
            <p:extLst>
              <p:ext uri="{D42A27DB-BD31-4B8C-83A1-F6EECF244321}">
                <p14:modId xmlns:p14="http://schemas.microsoft.com/office/powerpoint/2010/main" val="4062127065"/>
              </p:ext>
            </p:extLst>
          </p:nvPr>
        </p:nvGraphicFramePr>
        <p:xfrm>
          <a:off x="5813830" y="1029973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117057">
                <a:tc>
                  <a:txBody>
                    <a:bodyPr/>
                    <a:lstStyle/>
                    <a:p>
                      <a:pPr algn="ctr"/>
                      <a:r>
                        <a:rPr kumimoji="1" lang="en-US" altLang="ja-JP" sz="1400" b="0" dirty="0">
                          <a:solidFill>
                            <a:schemeClr val="tx1"/>
                          </a:solidFill>
                        </a:rPr>
                        <a:t>L0014</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400" b="0">
                          <a:solidFill>
                            <a:schemeClr val="tx1"/>
                          </a:solidFill>
                        </a:rPr>
                        <a:t>まさこ</a:t>
                      </a:r>
                      <a:r>
                        <a:rPr lang="en-US" altLang="ja-JP" sz="1400" b="0" dirty="0">
                          <a:solidFill>
                            <a:schemeClr val="tx1"/>
                          </a:solidFill>
                        </a:rPr>
                        <a:t>78</a:t>
                      </a: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55" name="角丸四角形吹き出し 354">
            <a:extLst>
              <a:ext uri="{FF2B5EF4-FFF2-40B4-BE49-F238E27FC236}">
                <a16:creationId xmlns:a16="http://schemas.microsoft.com/office/drawing/2014/main" id="{154AE73C-2A51-AEE7-A07B-DF2A341CD9BC}"/>
              </a:ext>
            </a:extLst>
          </p:cNvPr>
          <p:cNvSpPr/>
          <p:nvPr/>
        </p:nvSpPr>
        <p:spPr>
          <a:xfrm>
            <a:off x="1859946" y="10986831"/>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生ミルクボーイさんに一歩近づけた</a:t>
            </a:r>
            <a:endParaRPr lang="en-US" altLang="ja-JP" sz="1400" dirty="0">
              <a:solidFill>
                <a:sysClr val="windowText" lastClr="000000"/>
              </a:solidFill>
            </a:endParaRPr>
          </a:p>
          <a:p>
            <a:pPr algn="ctr"/>
            <a:r>
              <a:rPr lang="ja-JP" altLang="en-US" sz="1400">
                <a:solidFill>
                  <a:sysClr val="windowText" lastClr="000000"/>
                </a:solidFill>
              </a:rPr>
              <a:t>感じで嬉しいです。</a:t>
            </a:r>
            <a:endParaRPr lang="en-US" altLang="ja-JP" sz="1400" dirty="0">
              <a:solidFill>
                <a:sysClr val="windowText" lastClr="000000"/>
              </a:solidFill>
            </a:endParaRPr>
          </a:p>
        </p:txBody>
      </p:sp>
      <p:graphicFrame>
        <p:nvGraphicFramePr>
          <p:cNvPr id="356" name="表 24">
            <a:extLst>
              <a:ext uri="{FF2B5EF4-FFF2-40B4-BE49-F238E27FC236}">
                <a16:creationId xmlns:a16="http://schemas.microsoft.com/office/drawing/2014/main" id="{FBE4273A-C275-E7C9-87A6-66F37C4132E8}"/>
              </a:ext>
            </a:extLst>
          </p:cNvPr>
          <p:cNvGraphicFramePr>
            <a:graphicFrameLocks noGrp="1"/>
          </p:cNvGraphicFramePr>
          <p:nvPr>
            <p:extLst>
              <p:ext uri="{D42A27DB-BD31-4B8C-83A1-F6EECF244321}">
                <p14:modId xmlns:p14="http://schemas.microsoft.com/office/powerpoint/2010/main" val="1806896075"/>
              </p:ext>
            </p:extLst>
          </p:nvPr>
        </p:nvGraphicFramePr>
        <p:xfrm>
          <a:off x="5813830" y="10990872"/>
          <a:ext cx="1830908" cy="50292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L0015</a:t>
                      </a:r>
                      <a:r>
                        <a:rPr kumimoji="1" lang="ja-JP" altLang="en-US" sz="1000" b="0">
                          <a:solidFill>
                            <a:schemeClr val="tx1"/>
                          </a:solidFill>
                        </a:rPr>
                        <a:t>三重県</a:t>
                      </a:r>
                      <a:endParaRPr kumimoji="1" lang="en-US" altLang="ja-JP"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AE47"/>
                    </a:solidFill>
                  </a:tcPr>
                </a:tc>
                <a:tc>
                  <a:txBody>
                    <a:bodyPr/>
                    <a:lstStyle/>
                    <a:p>
                      <a:pPr algn="ctr"/>
                      <a:r>
                        <a:rPr lang="en-US" altLang="ja-JP" sz="1300" b="0" dirty="0">
                          <a:solidFill>
                            <a:schemeClr val="tx1"/>
                          </a:solidFill>
                        </a:rPr>
                        <a:t>MASUDA</a:t>
                      </a:r>
                      <a:r>
                        <a:rPr lang="ja-JP" altLang="en-US" sz="1300" b="0">
                          <a:solidFill>
                            <a:schemeClr val="tx1"/>
                          </a:solidFill>
                        </a:rPr>
                        <a:t>さん</a:t>
                      </a:r>
                      <a:endParaRPr lang="en-US" altLang="ja-JP" sz="1300" b="0" dirty="0">
                        <a:solidFill>
                          <a:schemeClr val="tx1"/>
                        </a:solidFill>
                      </a:endParaRPr>
                    </a:p>
                    <a:p>
                      <a:pPr algn="ctr"/>
                      <a:r>
                        <a:rPr lang="en-US" altLang="ja-JP" sz="1400" b="0" dirty="0">
                          <a:solidFill>
                            <a:schemeClr val="tx1"/>
                          </a:solidFill>
                        </a:rPr>
                        <a:t>63</a:t>
                      </a:r>
                      <a:r>
                        <a:rPr lang="ja-JP" altLang="en-US" sz="1400" b="0">
                          <a:solidFill>
                            <a:schemeClr val="tx1"/>
                          </a:solidFill>
                        </a:rPr>
                        <a:t>歳</a:t>
                      </a:r>
                      <a:endParaRPr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57" name="角丸四角形吹き出し 356">
            <a:extLst>
              <a:ext uri="{FF2B5EF4-FFF2-40B4-BE49-F238E27FC236}">
                <a16:creationId xmlns:a16="http://schemas.microsoft.com/office/drawing/2014/main" id="{52421D36-DC07-07C0-90F9-DAF1E9D726AC}"/>
              </a:ext>
            </a:extLst>
          </p:cNvPr>
          <p:cNvSpPr/>
          <p:nvPr/>
        </p:nvSpPr>
        <p:spPr>
          <a:xfrm>
            <a:off x="1859946" y="1180988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ミルクボーイさんにはまって</a:t>
            </a:r>
            <a:endParaRPr lang="en-US" altLang="ja-JP" sz="1400" dirty="0">
              <a:solidFill>
                <a:sysClr val="windowText" lastClr="000000"/>
              </a:solidFill>
            </a:endParaRPr>
          </a:p>
          <a:p>
            <a:pPr algn="ctr"/>
            <a:r>
              <a:rPr lang="ja-JP" altLang="en-US" sz="1400">
                <a:solidFill>
                  <a:sysClr val="windowText" lastClr="000000"/>
                </a:solidFill>
              </a:rPr>
              <a:t>月に</a:t>
            </a:r>
            <a:r>
              <a:rPr lang="en-US" altLang="ja-JP" sz="1400" dirty="0">
                <a:solidFill>
                  <a:sysClr val="windowText" lastClr="000000"/>
                </a:solidFill>
              </a:rPr>
              <a:t>1</a:t>
            </a:r>
            <a:r>
              <a:rPr lang="ja-JP" altLang="en-US" sz="1400">
                <a:solidFill>
                  <a:sysClr val="windowText" lastClr="000000"/>
                </a:solidFill>
              </a:rPr>
              <a:t>、</a:t>
            </a:r>
            <a:r>
              <a:rPr lang="en-US" altLang="ja-JP" sz="1400" dirty="0">
                <a:solidFill>
                  <a:sysClr val="windowText" lastClr="000000"/>
                </a:solidFill>
              </a:rPr>
              <a:t>2</a:t>
            </a:r>
            <a:r>
              <a:rPr lang="ja-JP" altLang="en-US" sz="1400">
                <a:solidFill>
                  <a:sysClr val="windowText" lastClr="000000"/>
                </a:solidFill>
              </a:rPr>
              <a:t>回は劇場に行きます。</a:t>
            </a:r>
            <a:endParaRPr lang="en-US" altLang="ja-JP" sz="1400" dirty="0">
              <a:solidFill>
                <a:sysClr val="windowText" lastClr="000000"/>
              </a:solidFill>
            </a:endParaRPr>
          </a:p>
        </p:txBody>
      </p:sp>
      <p:graphicFrame>
        <p:nvGraphicFramePr>
          <p:cNvPr id="358" name="表 24">
            <a:extLst>
              <a:ext uri="{FF2B5EF4-FFF2-40B4-BE49-F238E27FC236}">
                <a16:creationId xmlns:a16="http://schemas.microsoft.com/office/drawing/2014/main" id="{8B37F935-78AA-AFDF-27AA-DA7839630DE6}"/>
              </a:ext>
            </a:extLst>
          </p:cNvPr>
          <p:cNvGraphicFramePr>
            <a:graphicFrameLocks noGrp="1"/>
          </p:cNvGraphicFramePr>
          <p:nvPr>
            <p:extLst>
              <p:ext uri="{D42A27DB-BD31-4B8C-83A1-F6EECF244321}">
                <p14:modId xmlns:p14="http://schemas.microsoft.com/office/powerpoint/2010/main" val="335467677"/>
              </p:ext>
            </p:extLst>
          </p:nvPr>
        </p:nvGraphicFramePr>
        <p:xfrm>
          <a:off x="5813830" y="118142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L0016</a:t>
                      </a:r>
                    </a:p>
                    <a:p>
                      <a:pPr algn="ctr"/>
                      <a:r>
                        <a:rPr kumimoji="1" lang="ja-JP" altLang="en-US" sz="1300" b="0">
                          <a:solidFill>
                            <a:schemeClr val="tx1"/>
                          </a:solidFill>
                        </a:rPr>
                        <a:t>大阪市</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ゆみか</a:t>
                      </a:r>
                      <a:endParaRPr lang="en-US" altLang="ja-JP" sz="1400" b="0" dirty="0">
                        <a:solidFill>
                          <a:schemeClr val="tx1"/>
                        </a:solidFill>
                      </a:endParaRPr>
                    </a:p>
                    <a:p>
                      <a:pPr algn="ctr"/>
                      <a:r>
                        <a:rPr lang="en-US" altLang="ja-JP" sz="1400" b="0" dirty="0">
                          <a:solidFill>
                            <a:schemeClr val="tx1"/>
                          </a:solidFill>
                        </a:rPr>
                        <a:t>61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59" name="角丸四角形吹き出し 358">
            <a:extLst>
              <a:ext uri="{FF2B5EF4-FFF2-40B4-BE49-F238E27FC236}">
                <a16:creationId xmlns:a16="http://schemas.microsoft.com/office/drawing/2014/main" id="{A9B3B7D6-39FA-37F8-6861-6C2155C8DB23}"/>
              </a:ext>
            </a:extLst>
          </p:cNvPr>
          <p:cNvSpPr/>
          <p:nvPr/>
        </p:nvSpPr>
        <p:spPr>
          <a:xfrm>
            <a:off x="1859946" y="12583774"/>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チカトモ</a:t>
            </a:r>
            <a:r>
              <a:rPr lang="en-US" altLang="ja-JP" sz="1400" dirty="0">
                <a:solidFill>
                  <a:sysClr val="windowText" lastClr="000000"/>
                </a:solidFill>
              </a:rPr>
              <a:t>44</a:t>
            </a:r>
            <a:r>
              <a:rPr lang="ja-JP" altLang="en-US" sz="1400">
                <a:solidFill>
                  <a:sysClr val="windowText" lastClr="000000"/>
                </a:solidFill>
              </a:rPr>
              <a:t>歳男性です。</a:t>
            </a:r>
            <a:endParaRPr lang="en-US" altLang="ja-JP" sz="1400" dirty="0">
              <a:solidFill>
                <a:sysClr val="windowText" lastClr="000000"/>
              </a:solidFill>
            </a:endParaRPr>
          </a:p>
          <a:p>
            <a:pPr algn="ctr"/>
            <a:r>
              <a:rPr lang="ja-JP" altLang="en-US" sz="1400">
                <a:solidFill>
                  <a:sysClr val="windowText" lastClr="000000"/>
                </a:solidFill>
              </a:rPr>
              <a:t>よろしくお願い申し上げます。</a:t>
            </a:r>
            <a:endParaRPr lang="en-US" altLang="ja-JP" sz="1400" dirty="0">
              <a:solidFill>
                <a:sysClr val="windowText" lastClr="000000"/>
              </a:solidFill>
            </a:endParaRPr>
          </a:p>
        </p:txBody>
      </p:sp>
      <p:graphicFrame>
        <p:nvGraphicFramePr>
          <p:cNvPr id="360" name="表 24">
            <a:extLst>
              <a:ext uri="{FF2B5EF4-FFF2-40B4-BE49-F238E27FC236}">
                <a16:creationId xmlns:a16="http://schemas.microsoft.com/office/drawing/2014/main" id="{F86B817F-FA55-E706-50EA-1DD7F2EA9E4E}"/>
              </a:ext>
            </a:extLst>
          </p:cNvPr>
          <p:cNvGraphicFramePr>
            <a:graphicFrameLocks noGrp="1"/>
          </p:cNvGraphicFramePr>
          <p:nvPr>
            <p:extLst>
              <p:ext uri="{D42A27DB-BD31-4B8C-83A1-F6EECF244321}">
                <p14:modId xmlns:p14="http://schemas.microsoft.com/office/powerpoint/2010/main" val="4121349037"/>
              </p:ext>
            </p:extLst>
          </p:nvPr>
        </p:nvGraphicFramePr>
        <p:xfrm>
          <a:off x="5813830" y="12563992"/>
          <a:ext cx="1830908" cy="518160"/>
        </p:xfrm>
        <a:graphic>
          <a:graphicData uri="http://schemas.openxmlformats.org/drawingml/2006/table">
            <a:tbl>
              <a:tblPr firstRow="1" bandRow="1">
                <a:tableStyleId>{5C22544A-7EE6-4342-B048-85BDC9FD1C3A}</a:tableStyleId>
              </a:tblPr>
              <a:tblGrid>
                <a:gridCol w="661644">
                  <a:extLst>
                    <a:ext uri="{9D8B030D-6E8A-4147-A177-3AD203B41FA5}">
                      <a16:colId xmlns:a16="http://schemas.microsoft.com/office/drawing/2014/main" val="291495438"/>
                    </a:ext>
                  </a:extLst>
                </a:gridCol>
                <a:gridCol w="1169264">
                  <a:extLst>
                    <a:ext uri="{9D8B030D-6E8A-4147-A177-3AD203B41FA5}">
                      <a16:colId xmlns:a16="http://schemas.microsoft.com/office/drawing/2014/main" val="1614509074"/>
                    </a:ext>
                  </a:extLst>
                </a:gridCol>
              </a:tblGrid>
              <a:tr h="486695">
                <a:tc>
                  <a:txBody>
                    <a:bodyPr/>
                    <a:lstStyle/>
                    <a:p>
                      <a:pPr algn="ctr"/>
                      <a:r>
                        <a:rPr kumimoji="1" lang="en-US" altLang="ja-JP" sz="1200" b="0" dirty="0">
                          <a:solidFill>
                            <a:schemeClr val="tx1"/>
                          </a:solidFill>
                        </a:rPr>
                        <a:t>L0017</a:t>
                      </a:r>
                    </a:p>
                    <a:p>
                      <a:pPr algn="ctr"/>
                      <a:r>
                        <a:rPr kumimoji="1" lang="ja-JP" altLang="en-US" sz="1000" b="0">
                          <a:solidFill>
                            <a:schemeClr val="tx1"/>
                          </a:solidFill>
                        </a:rPr>
                        <a:t>河内長野市</a:t>
                      </a:r>
                      <a:endParaRPr kumimoji="1" lang="en-US" altLang="ja-JP" sz="10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400" b="0">
                          <a:solidFill>
                            <a:schemeClr val="tx1"/>
                          </a:solidFill>
                        </a:rPr>
                        <a:t>チカトモ</a:t>
                      </a:r>
                      <a:endParaRPr lang="en-US" altLang="ja-JP" sz="1400" b="0" dirty="0">
                        <a:solidFill>
                          <a:schemeClr val="tx1"/>
                        </a:solidFill>
                      </a:endParaRPr>
                    </a:p>
                    <a:p>
                      <a:pPr algn="ctr"/>
                      <a:r>
                        <a:rPr lang="en-US" altLang="ja-JP" sz="1400" b="0" dirty="0">
                          <a:solidFill>
                            <a:schemeClr val="tx1"/>
                          </a:solidFill>
                        </a:rPr>
                        <a:t>44</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61" name="角丸四角形吹き出し 360">
            <a:extLst>
              <a:ext uri="{FF2B5EF4-FFF2-40B4-BE49-F238E27FC236}">
                <a16:creationId xmlns:a16="http://schemas.microsoft.com/office/drawing/2014/main" id="{33A9F4E0-C021-D0B8-0DA0-841DA93C91A5}"/>
              </a:ext>
            </a:extLst>
          </p:cNvPr>
          <p:cNvSpPr/>
          <p:nvPr/>
        </p:nvSpPr>
        <p:spPr>
          <a:xfrm>
            <a:off x="1859946" y="13350428"/>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これといってお役に立てることはありませんが、よろしくお願いします。</a:t>
            </a:r>
            <a:endParaRPr lang="en-US" altLang="ja-JP" sz="1400" dirty="0">
              <a:solidFill>
                <a:sysClr val="windowText" lastClr="000000"/>
              </a:solidFill>
            </a:endParaRPr>
          </a:p>
        </p:txBody>
      </p:sp>
      <p:graphicFrame>
        <p:nvGraphicFramePr>
          <p:cNvPr id="362" name="表 24">
            <a:extLst>
              <a:ext uri="{FF2B5EF4-FFF2-40B4-BE49-F238E27FC236}">
                <a16:creationId xmlns:a16="http://schemas.microsoft.com/office/drawing/2014/main" id="{0B1A78A4-295F-EAFA-4B34-7CEFCE159E3C}"/>
              </a:ext>
            </a:extLst>
          </p:cNvPr>
          <p:cNvGraphicFramePr>
            <a:graphicFrameLocks noGrp="1"/>
          </p:cNvGraphicFramePr>
          <p:nvPr>
            <p:extLst>
              <p:ext uri="{D42A27DB-BD31-4B8C-83A1-F6EECF244321}">
                <p14:modId xmlns:p14="http://schemas.microsoft.com/office/powerpoint/2010/main" val="4056359352"/>
              </p:ext>
            </p:extLst>
          </p:nvPr>
        </p:nvGraphicFramePr>
        <p:xfrm>
          <a:off x="5813837" y="13344208"/>
          <a:ext cx="1818943" cy="518160"/>
        </p:xfrm>
        <a:graphic>
          <a:graphicData uri="http://schemas.openxmlformats.org/drawingml/2006/table">
            <a:tbl>
              <a:tblPr firstRow="1" bandRow="1">
                <a:tableStyleId>{5C22544A-7EE6-4342-B048-85BDC9FD1C3A}</a:tableStyleId>
              </a:tblPr>
              <a:tblGrid>
                <a:gridCol w="645087">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L0018</a:t>
                      </a:r>
                    </a:p>
                    <a:p>
                      <a:pPr algn="ctr"/>
                      <a:r>
                        <a:rPr kumimoji="1" lang="ja-JP" altLang="en-US" sz="1400" b="0">
                          <a:solidFill>
                            <a:schemeClr val="tx1"/>
                          </a:solidFill>
                        </a:rPr>
                        <a:t>枚方市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とも</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63" name="表 24">
            <a:extLst>
              <a:ext uri="{FF2B5EF4-FFF2-40B4-BE49-F238E27FC236}">
                <a16:creationId xmlns:a16="http://schemas.microsoft.com/office/drawing/2014/main" id="{85A98976-2658-F385-E203-49446D826F2A}"/>
              </a:ext>
            </a:extLst>
          </p:cNvPr>
          <p:cNvGraphicFramePr>
            <a:graphicFrameLocks noGrp="1"/>
          </p:cNvGraphicFramePr>
          <p:nvPr>
            <p:extLst>
              <p:ext uri="{D42A27DB-BD31-4B8C-83A1-F6EECF244321}">
                <p14:modId xmlns:p14="http://schemas.microsoft.com/office/powerpoint/2010/main" val="404237584"/>
              </p:ext>
            </p:extLst>
          </p:nvPr>
        </p:nvGraphicFramePr>
        <p:xfrm>
          <a:off x="5813830" y="1406187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L0019</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さとる</a:t>
                      </a:r>
                      <a:endParaRPr lang="en-US" altLang="ja-JP" sz="1400" b="0" dirty="0">
                        <a:solidFill>
                          <a:schemeClr val="tx1"/>
                        </a:solidFill>
                      </a:endParaRPr>
                    </a:p>
                    <a:p>
                      <a:pPr algn="ct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64" name="角丸四角形吹き出し 363">
            <a:extLst>
              <a:ext uri="{FF2B5EF4-FFF2-40B4-BE49-F238E27FC236}">
                <a16:creationId xmlns:a16="http://schemas.microsoft.com/office/drawing/2014/main" id="{D29F8420-1841-914E-211E-C2EC770B96A8}"/>
              </a:ext>
            </a:extLst>
          </p:cNvPr>
          <p:cNvSpPr/>
          <p:nvPr/>
        </p:nvSpPr>
        <p:spPr>
          <a:xfrm>
            <a:off x="1859946" y="1405918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宜しくお願いします</a:t>
            </a:r>
            <a:endParaRPr lang="en-US" altLang="ja-JP" sz="1400" dirty="0">
              <a:solidFill>
                <a:sysClr val="windowText" lastClr="000000"/>
              </a:solidFill>
            </a:endParaRPr>
          </a:p>
        </p:txBody>
      </p:sp>
      <p:graphicFrame>
        <p:nvGraphicFramePr>
          <p:cNvPr id="365" name="表 24">
            <a:extLst>
              <a:ext uri="{FF2B5EF4-FFF2-40B4-BE49-F238E27FC236}">
                <a16:creationId xmlns:a16="http://schemas.microsoft.com/office/drawing/2014/main" id="{26D669C6-51FC-5249-0675-12FC53B3EE39}"/>
              </a:ext>
            </a:extLst>
          </p:cNvPr>
          <p:cNvGraphicFramePr>
            <a:graphicFrameLocks noGrp="1"/>
          </p:cNvGraphicFramePr>
          <p:nvPr>
            <p:extLst>
              <p:ext uri="{D42A27DB-BD31-4B8C-83A1-F6EECF244321}">
                <p14:modId xmlns:p14="http://schemas.microsoft.com/office/powerpoint/2010/main" val="3553604185"/>
              </p:ext>
            </p:extLst>
          </p:nvPr>
        </p:nvGraphicFramePr>
        <p:xfrm>
          <a:off x="5813830" y="1484717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L0020</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300" b="0">
                          <a:solidFill>
                            <a:schemeClr val="tx1"/>
                          </a:solidFill>
                        </a:rPr>
                        <a:t>塚本社長の娘</a:t>
                      </a:r>
                      <a:endParaRPr lang="en-US" altLang="ja-JP" sz="1300" b="0" dirty="0">
                        <a:solidFill>
                          <a:schemeClr val="tx1"/>
                        </a:solidFill>
                      </a:endParaRPr>
                    </a:p>
                    <a:p>
                      <a:pPr algn="ctr"/>
                      <a:r>
                        <a:rPr lang="en-US" altLang="ja-JP" sz="1400" b="0" dirty="0">
                          <a:solidFill>
                            <a:schemeClr val="tx1"/>
                          </a:solidFill>
                        </a:rPr>
                        <a:t>36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66" name="角丸四角形吹き出し 365">
            <a:extLst>
              <a:ext uri="{FF2B5EF4-FFF2-40B4-BE49-F238E27FC236}">
                <a16:creationId xmlns:a16="http://schemas.microsoft.com/office/drawing/2014/main" id="{C3EBEB9D-427F-C575-C23E-37C38FFEB991}"/>
              </a:ext>
            </a:extLst>
          </p:cNvPr>
          <p:cNvSpPr/>
          <p:nvPr/>
        </p:nvSpPr>
        <p:spPr>
          <a:xfrm>
            <a:off x="1859946" y="1479038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000">
                <a:solidFill>
                  <a:sysClr val="windowText" lastClr="000000"/>
                </a:solidFill>
              </a:rPr>
              <a:t>毎週ミルクボーイを追っかけて色々見たり聴いたり楽しませてもらっています。父が内海さんの行ってる散髪屋の近くで商売していました。その娘です</a:t>
            </a:r>
            <a:endParaRPr lang="en-US" altLang="ja-JP" sz="1000" dirty="0">
              <a:solidFill>
                <a:sysClr val="windowText" lastClr="000000"/>
              </a:solidFill>
            </a:endParaRPr>
          </a:p>
        </p:txBody>
      </p:sp>
      <p:graphicFrame>
        <p:nvGraphicFramePr>
          <p:cNvPr id="367" name="表 24">
            <a:extLst>
              <a:ext uri="{FF2B5EF4-FFF2-40B4-BE49-F238E27FC236}">
                <a16:creationId xmlns:a16="http://schemas.microsoft.com/office/drawing/2014/main" id="{0355960B-0C70-C213-F14E-BA1D6AC668FC}"/>
              </a:ext>
            </a:extLst>
          </p:cNvPr>
          <p:cNvGraphicFramePr>
            <a:graphicFrameLocks noGrp="1"/>
          </p:cNvGraphicFramePr>
          <p:nvPr>
            <p:extLst>
              <p:ext uri="{D42A27DB-BD31-4B8C-83A1-F6EECF244321}">
                <p14:modId xmlns:p14="http://schemas.microsoft.com/office/powerpoint/2010/main" val="75544909"/>
              </p:ext>
            </p:extLst>
          </p:nvPr>
        </p:nvGraphicFramePr>
        <p:xfrm>
          <a:off x="5813830" y="1558439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L0021</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100" b="0">
                          <a:solidFill>
                            <a:schemeClr val="tx1"/>
                          </a:solidFill>
                        </a:rPr>
                        <a:t>ハッチスケッチ</a:t>
                      </a:r>
                      <a:endParaRPr lang="en-US" altLang="ja-JP" sz="1100" b="0" dirty="0">
                        <a:solidFill>
                          <a:schemeClr val="tx1"/>
                        </a:solidFill>
                      </a:endParaRPr>
                    </a:p>
                    <a:p>
                      <a:pPr algn="ctr"/>
                      <a:r>
                        <a:rPr lang="en-US" altLang="ja-JP" sz="1400" b="0" dirty="0">
                          <a:solidFill>
                            <a:schemeClr val="tx1"/>
                          </a:solidFill>
                        </a:rPr>
                        <a:t>34</a:t>
                      </a:r>
                      <a:r>
                        <a:rPr lang="ja-JP" altLang="en-US" sz="1400" b="0">
                          <a:solidFill>
                            <a:schemeClr val="tx1"/>
                          </a:solidFill>
                        </a:rPr>
                        <a:t>歳</a:t>
                      </a:r>
                      <a:endParaRPr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68" name="角丸四角形吹き出し 367">
            <a:extLst>
              <a:ext uri="{FF2B5EF4-FFF2-40B4-BE49-F238E27FC236}">
                <a16:creationId xmlns:a16="http://schemas.microsoft.com/office/drawing/2014/main" id="{FB7AC97C-3AE8-05C4-3BCC-48FCAE0546B7}"/>
              </a:ext>
            </a:extLst>
          </p:cNvPr>
          <p:cNvSpPr/>
          <p:nvPr/>
        </p:nvSpPr>
        <p:spPr>
          <a:xfrm>
            <a:off x="1859946" y="1554309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100">
                <a:solidFill>
                  <a:sysClr val="windowText" lastClr="000000"/>
                </a:solidFill>
              </a:rPr>
              <a:t>動物のイラストレーターをしていますので、</a:t>
            </a:r>
            <a:endParaRPr lang="en-US" altLang="ja-JP" sz="1100" dirty="0">
              <a:solidFill>
                <a:sysClr val="windowText" lastClr="000000"/>
              </a:solidFill>
            </a:endParaRPr>
          </a:p>
          <a:p>
            <a:pPr algn="ctr"/>
            <a:r>
              <a:rPr lang="ja-JP" altLang="en-US" sz="1100">
                <a:solidFill>
                  <a:sysClr val="windowText" lastClr="000000"/>
                </a:solidFill>
              </a:rPr>
              <a:t>お力になりたいです。シスターハッチの妹です。</a:t>
            </a:r>
            <a:endParaRPr lang="en-US" altLang="ja-JP" sz="1100" dirty="0">
              <a:solidFill>
                <a:sysClr val="windowText" lastClr="000000"/>
              </a:solidFill>
            </a:endParaRPr>
          </a:p>
        </p:txBody>
      </p:sp>
      <p:graphicFrame>
        <p:nvGraphicFramePr>
          <p:cNvPr id="369" name="表 24">
            <a:extLst>
              <a:ext uri="{FF2B5EF4-FFF2-40B4-BE49-F238E27FC236}">
                <a16:creationId xmlns:a16="http://schemas.microsoft.com/office/drawing/2014/main" id="{A6B2C6B7-73A8-BE9A-C998-B97CB38076F1}"/>
              </a:ext>
            </a:extLst>
          </p:cNvPr>
          <p:cNvGraphicFramePr>
            <a:graphicFrameLocks noGrp="1"/>
          </p:cNvGraphicFramePr>
          <p:nvPr>
            <p:extLst>
              <p:ext uri="{D42A27DB-BD31-4B8C-83A1-F6EECF244321}">
                <p14:modId xmlns:p14="http://schemas.microsoft.com/office/powerpoint/2010/main" val="3977157736"/>
              </p:ext>
            </p:extLst>
          </p:nvPr>
        </p:nvGraphicFramePr>
        <p:xfrm>
          <a:off x="5813830" y="1632378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L0022</a:t>
                      </a:r>
                    </a:p>
                    <a:p>
                      <a:pPr algn="ctr"/>
                      <a:r>
                        <a:rPr kumimoji="1" lang="ja-JP" altLang="en-US" sz="1400" b="0">
                          <a:solidFill>
                            <a:schemeClr val="tx1"/>
                          </a:solidFill>
                        </a:rPr>
                        <a:t>京都</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D77"/>
                    </a:solidFill>
                  </a:tcPr>
                </a:tc>
                <a:tc>
                  <a:txBody>
                    <a:bodyPr/>
                    <a:lstStyle/>
                    <a:p>
                      <a:pPr algn="ctr"/>
                      <a:r>
                        <a:rPr lang="ja-JP" altLang="en-US" sz="1400" b="0">
                          <a:solidFill>
                            <a:schemeClr val="tx1"/>
                          </a:solidFill>
                        </a:rPr>
                        <a:t>ゆき子</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70" name="角丸四角形吹き出し 369">
            <a:extLst>
              <a:ext uri="{FF2B5EF4-FFF2-40B4-BE49-F238E27FC236}">
                <a16:creationId xmlns:a16="http://schemas.microsoft.com/office/drawing/2014/main" id="{EA59433A-292E-0CAC-3DBC-96B6AE153C52}"/>
              </a:ext>
            </a:extLst>
          </p:cNvPr>
          <p:cNvSpPr/>
          <p:nvPr/>
        </p:nvSpPr>
        <p:spPr>
          <a:xfrm>
            <a:off x="1859946" y="1634934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歯科衛生士です！</a:t>
            </a:r>
            <a:r>
              <a:rPr lang="en-US" altLang="ja-JP" sz="1400" dirty="0">
                <a:solidFill>
                  <a:sysClr val="windowText" lastClr="000000"/>
                </a:solidFill>
              </a:rPr>
              <a:t>8020</a:t>
            </a:r>
            <a:r>
              <a:rPr lang="ja-JP" altLang="en-US" sz="1400">
                <a:solidFill>
                  <a:sysClr val="windowText" lastClr="000000"/>
                </a:solidFill>
              </a:rPr>
              <a:t>目指して</a:t>
            </a:r>
            <a:endParaRPr lang="en-US" altLang="ja-JP" sz="1400" dirty="0">
              <a:solidFill>
                <a:sysClr val="windowText" lastClr="000000"/>
              </a:solidFill>
            </a:endParaRPr>
          </a:p>
          <a:p>
            <a:pPr algn="ctr"/>
            <a:r>
              <a:rPr lang="ja-JP" altLang="en-US" sz="1400">
                <a:solidFill>
                  <a:sysClr val="windowText" lastClr="000000"/>
                </a:solidFill>
              </a:rPr>
              <a:t>頑張りましょう</a:t>
            </a:r>
            <a:r>
              <a:rPr lang="en-US" altLang="ja-JP" sz="1400" dirty="0">
                <a:solidFill>
                  <a:sysClr val="windowText" lastClr="000000"/>
                </a:solidFill>
              </a:rPr>
              <a:t>‼︎</a:t>
            </a:r>
          </a:p>
        </p:txBody>
      </p:sp>
      <p:graphicFrame>
        <p:nvGraphicFramePr>
          <p:cNvPr id="371" name="表 24">
            <a:extLst>
              <a:ext uri="{FF2B5EF4-FFF2-40B4-BE49-F238E27FC236}">
                <a16:creationId xmlns:a16="http://schemas.microsoft.com/office/drawing/2014/main" id="{3F977615-17B0-F194-DADB-92BCE662CDC8}"/>
              </a:ext>
            </a:extLst>
          </p:cNvPr>
          <p:cNvGraphicFramePr>
            <a:graphicFrameLocks noGrp="1"/>
          </p:cNvGraphicFramePr>
          <p:nvPr>
            <p:extLst>
              <p:ext uri="{D42A27DB-BD31-4B8C-83A1-F6EECF244321}">
                <p14:modId xmlns:p14="http://schemas.microsoft.com/office/powerpoint/2010/main" val="2347944314"/>
              </p:ext>
            </p:extLst>
          </p:nvPr>
        </p:nvGraphicFramePr>
        <p:xfrm>
          <a:off x="5813830" y="954250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L0013</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カツヤ</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72" name="角丸四角形吹き出し 371">
            <a:extLst>
              <a:ext uri="{FF2B5EF4-FFF2-40B4-BE49-F238E27FC236}">
                <a16:creationId xmlns:a16="http://schemas.microsoft.com/office/drawing/2014/main" id="{158D8C87-36CE-8810-9916-79013F71F197}"/>
              </a:ext>
            </a:extLst>
          </p:cNvPr>
          <p:cNvSpPr/>
          <p:nvPr/>
        </p:nvSpPr>
        <p:spPr>
          <a:xfrm>
            <a:off x="1859939" y="9530788"/>
            <a:ext cx="3278934"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ワラビサコさん、ありがとうございます。皆さん、よろしくお願いします。</a:t>
            </a:r>
            <a:endParaRPr lang="en-US" altLang="ja-JP" sz="1200" dirty="0">
              <a:solidFill>
                <a:sysClr val="windowText" lastClr="000000"/>
              </a:solidFill>
            </a:endParaRPr>
          </a:p>
        </p:txBody>
      </p:sp>
      <p:sp>
        <p:nvSpPr>
          <p:cNvPr id="373" name="角丸四角形吹き出し 372">
            <a:extLst>
              <a:ext uri="{FF2B5EF4-FFF2-40B4-BE49-F238E27FC236}">
                <a16:creationId xmlns:a16="http://schemas.microsoft.com/office/drawing/2014/main" id="{BF834FA1-2460-17BC-D925-9419F0870793}"/>
              </a:ext>
            </a:extLst>
          </p:cNvPr>
          <p:cNvSpPr/>
          <p:nvPr/>
        </p:nvSpPr>
        <p:spPr>
          <a:xfrm>
            <a:off x="1789023" y="1950119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仲間入りさせてください。よろしくお願いします✨</a:t>
            </a:r>
            <a:endParaRPr lang="en-US" altLang="ja-JP" sz="1400" dirty="0">
              <a:solidFill>
                <a:sysClr val="windowText" lastClr="000000"/>
              </a:solidFill>
            </a:endParaRPr>
          </a:p>
        </p:txBody>
      </p:sp>
      <p:graphicFrame>
        <p:nvGraphicFramePr>
          <p:cNvPr id="374" name="表 24">
            <a:extLst>
              <a:ext uri="{FF2B5EF4-FFF2-40B4-BE49-F238E27FC236}">
                <a16:creationId xmlns:a16="http://schemas.microsoft.com/office/drawing/2014/main" id="{19610969-A211-1F3C-450B-CC7D4573DB2C}"/>
              </a:ext>
            </a:extLst>
          </p:cNvPr>
          <p:cNvGraphicFramePr>
            <a:graphicFrameLocks noGrp="1"/>
          </p:cNvGraphicFramePr>
          <p:nvPr>
            <p:extLst>
              <p:ext uri="{D42A27DB-BD31-4B8C-83A1-F6EECF244321}">
                <p14:modId xmlns:p14="http://schemas.microsoft.com/office/powerpoint/2010/main" val="1034959362"/>
              </p:ext>
            </p:extLst>
          </p:nvPr>
        </p:nvGraphicFramePr>
        <p:xfrm>
          <a:off x="5749350" y="1951107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L0026</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尚勝</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75" name="表 24">
            <a:extLst>
              <a:ext uri="{FF2B5EF4-FFF2-40B4-BE49-F238E27FC236}">
                <a16:creationId xmlns:a16="http://schemas.microsoft.com/office/drawing/2014/main" id="{E91EF79F-9F05-046F-CBFE-7337CDC10E70}"/>
              </a:ext>
            </a:extLst>
          </p:cNvPr>
          <p:cNvGraphicFramePr>
            <a:graphicFrameLocks noGrp="1"/>
          </p:cNvGraphicFramePr>
          <p:nvPr>
            <p:extLst>
              <p:ext uri="{D42A27DB-BD31-4B8C-83A1-F6EECF244321}">
                <p14:modId xmlns:p14="http://schemas.microsoft.com/office/powerpoint/2010/main" val="2221121367"/>
              </p:ext>
            </p:extLst>
          </p:nvPr>
        </p:nvGraphicFramePr>
        <p:xfrm>
          <a:off x="5734572" y="20286903"/>
          <a:ext cx="1845686"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L0027</a:t>
                      </a:r>
                    </a:p>
                    <a:p>
                      <a:pPr algn="ctr"/>
                      <a:r>
                        <a:rPr kumimoji="1" lang="ja-JP" altLang="en-US" sz="1400" b="0">
                          <a:solidFill>
                            <a:schemeClr val="bg1"/>
                          </a:solidFill>
                        </a:rPr>
                        <a:t>愛知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かの子</a:t>
                      </a:r>
                      <a:endParaRPr lang="en-US" altLang="ja-JP" sz="1400" b="0" dirty="0">
                        <a:solidFill>
                          <a:schemeClr val="tx1"/>
                        </a:solidFill>
                      </a:endParaRPr>
                    </a:p>
                    <a:p>
                      <a:pPr algn="ctr"/>
                      <a:r>
                        <a:rPr lang="en-US" altLang="ja-JP" sz="1400" b="0" dirty="0">
                          <a:solidFill>
                            <a:schemeClr val="tx1"/>
                          </a:solidFill>
                        </a:rPr>
                        <a:t>27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76" name="角丸四角形吹き出し 375">
            <a:extLst>
              <a:ext uri="{FF2B5EF4-FFF2-40B4-BE49-F238E27FC236}">
                <a16:creationId xmlns:a16="http://schemas.microsoft.com/office/drawing/2014/main" id="{02A1F441-59AD-3B62-5355-820D24805539}"/>
              </a:ext>
            </a:extLst>
          </p:cNvPr>
          <p:cNvSpPr/>
          <p:nvPr/>
        </p:nvSpPr>
        <p:spPr>
          <a:xfrm>
            <a:off x="1789023" y="20307441"/>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900">
                <a:solidFill>
                  <a:sysClr val="windowText" lastClr="000000"/>
                </a:solidFill>
              </a:rPr>
              <a:t>ぼんかたをいつも楽しみにしているサイレントリスナーです</a:t>
            </a:r>
            <a:r>
              <a:rPr lang="en-US" altLang="ja-JP" sz="900" dirty="0">
                <a:solidFill>
                  <a:sysClr val="windowText" lastClr="000000"/>
                </a:solidFill>
              </a:rPr>
              <a:t>!</a:t>
            </a:r>
            <a:r>
              <a:rPr lang="ja-JP" altLang="en-US" sz="900">
                <a:solidFill>
                  <a:sysClr val="windowText" lastClr="000000"/>
                </a:solidFill>
              </a:rPr>
              <a:t>周りに一緒にミルクボーイさんの話題を話せる人がいないので、たくさんのかず子さんと繋がれて夢のようです。</a:t>
            </a:r>
            <a:endParaRPr lang="en-US" altLang="ja-JP" sz="900" dirty="0">
              <a:solidFill>
                <a:sysClr val="windowText" lastClr="000000"/>
              </a:solidFill>
            </a:endParaRPr>
          </a:p>
        </p:txBody>
      </p:sp>
      <p:graphicFrame>
        <p:nvGraphicFramePr>
          <p:cNvPr id="377" name="表 24">
            <a:extLst>
              <a:ext uri="{FF2B5EF4-FFF2-40B4-BE49-F238E27FC236}">
                <a16:creationId xmlns:a16="http://schemas.microsoft.com/office/drawing/2014/main" id="{EB708E0D-9312-8753-ADEE-1A2D7B65566F}"/>
              </a:ext>
            </a:extLst>
          </p:cNvPr>
          <p:cNvGraphicFramePr>
            <a:graphicFrameLocks noGrp="1"/>
          </p:cNvGraphicFramePr>
          <p:nvPr>
            <p:extLst>
              <p:ext uri="{D42A27DB-BD31-4B8C-83A1-F6EECF244321}">
                <p14:modId xmlns:p14="http://schemas.microsoft.com/office/powerpoint/2010/main" val="2739925471"/>
              </p:ext>
            </p:extLst>
          </p:nvPr>
        </p:nvGraphicFramePr>
        <p:xfrm>
          <a:off x="5749350" y="2103636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L0028</a:t>
                      </a:r>
                    </a:p>
                    <a:p>
                      <a:pPr algn="ctr"/>
                      <a:r>
                        <a:rPr kumimoji="1" lang="ja-JP" altLang="en-US" sz="1050" b="0">
                          <a:solidFill>
                            <a:schemeClr val="tx1"/>
                          </a:solidFill>
                        </a:rPr>
                        <a:t>大阪市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もっち</a:t>
                      </a:r>
                      <a:endParaRPr lang="en-US" altLang="ja-JP" sz="1400" b="0" dirty="0">
                        <a:solidFill>
                          <a:schemeClr val="tx1"/>
                        </a:solidFill>
                      </a:endParaRPr>
                    </a:p>
                    <a:p>
                      <a:pPr algn="ctr"/>
                      <a:r>
                        <a:rPr lang="en-US" altLang="ja-JP" sz="1400" b="0" dirty="0">
                          <a:solidFill>
                            <a:schemeClr val="tx1"/>
                          </a:solidFill>
                        </a:rPr>
                        <a:t>57</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78" name="角丸四角形吹き出し 377">
            <a:extLst>
              <a:ext uri="{FF2B5EF4-FFF2-40B4-BE49-F238E27FC236}">
                <a16:creationId xmlns:a16="http://schemas.microsoft.com/office/drawing/2014/main" id="{A71EAA67-9ECC-E77F-6F25-215BB51462B4}"/>
              </a:ext>
            </a:extLst>
          </p:cNvPr>
          <p:cNvSpPr/>
          <p:nvPr/>
        </p:nvSpPr>
        <p:spPr>
          <a:xfrm>
            <a:off x="1789023" y="2099477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379" name="表 24">
            <a:extLst>
              <a:ext uri="{FF2B5EF4-FFF2-40B4-BE49-F238E27FC236}">
                <a16:creationId xmlns:a16="http://schemas.microsoft.com/office/drawing/2014/main" id="{8B563161-9E76-2314-54D6-6B55AB118E77}"/>
              </a:ext>
            </a:extLst>
          </p:cNvPr>
          <p:cNvGraphicFramePr>
            <a:graphicFrameLocks noGrp="1"/>
          </p:cNvGraphicFramePr>
          <p:nvPr>
            <p:extLst>
              <p:ext uri="{D42A27DB-BD31-4B8C-83A1-F6EECF244321}">
                <p14:modId xmlns:p14="http://schemas.microsoft.com/office/powerpoint/2010/main" val="3829355712"/>
              </p:ext>
            </p:extLst>
          </p:nvPr>
        </p:nvGraphicFramePr>
        <p:xfrm>
          <a:off x="5749350" y="2181018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L0029</a:t>
                      </a:r>
                    </a:p>
                    <a:p>
                      <a:pPr algn="ctr"/>
                      <a:r>
                        <a:rPr kumimoji="1" lang="ja-JP" altLang="en-US" sz="1400" b="0">
                          <a:solidFill>
                            <a:schemeClr val="tx1"/>
                          </a:solidFill>
                        </a:rPr>
                        <a:t>東京</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l"/>
                      <a:r>
                        <a:rPr lang="ja-JP" altLang="en-US" sz="1050" b="0">
                          <a:solidFill>
                            <a:schemeClr val="tx1"/>
                          </a:solidFill>
                        </a:rPr>
                        <a:t>投げボクロして</a:t>
                      </a:r>
                      <a:r>
                        <a:rPr lang="en-US" altLang="ja-JP" sz="1050" b="0" dirty="0">
                          <a:solidFill>
                            <a:schemeClr val="tx1"/>
                          </a:solidFill>
                        </a:rPr>
                        <a:t>❤️</a:t>
                      </a:r>
                    </a:p>
                    <a:p>
                      <a:pPr algn="ctr"/>
                      <a:r>
                        <a:rPr lang="en-US" altLang="ja-JP" sz="1050" b="0" dirty="0">
                          <a:solidFill>
                            <a:schemeClr val="tx1"/>
                          </a:solidFill>
                        </a:rPr>
                        <a:t>45</a:t>
                      </a:r>
                      <a:r>
                        <a:rPr lang="ja-JP" altLang="en-US" sz="1050" b="0">
                          <a:solidFill>
                            <a:schemeClr val="tx1"/>
                          </a:solidFill>
                        </a:rPr>
                        <a:t>歳</a:t>
                      </a:r>
                      <a:endParaRPr lang="en-US" altLang="ja-JP" sz="105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80" name="角丸四角形吹き出し 379">
            <a:extLst>
              <a:ext uri="{FF2B5EF4-FFF2-40B4-BE49-F238E27FC236}">
                <a16:creationId xmlns:a16="http://schemas.microsoft.com/office/drawing/2014/main" id="{02D758D1-A3BE-B6CF-DA84-D7F560759451}"/>
              </a:ext>
            </a:extLst>
          </p:cNvPr>
          <p:cNvSpPr/>
          <p:nvPr/>
        </p:nvSpPr>
        <p:spPr>
          <a:xfrm>
            <a:off x="1789023" y="21765317"/>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ミルクボーイを応援する人と</a:t>
            </a:r>
            <a:endParaRPr lang="en-US" altLang="ja-JP" sz="1400" dirty="0">
              <a:solidFill>
                <a:sysClr val="windowText" lastClr="000000"/>
              </a:solidFill>
            </a:endParaRPr>
          </a:p>
          <a:p>
            <a:pPr algn="ctr"/>
            <a:r>
              <a:rPr lang="ja-JP" altLang="en-US" sz="1400">
                <a:solidFill>
                  <a:sysClr val="windowText" lastClr="000000"/>
                </a:solidFill>
              </a:rPr>
              <a:t>繋がりたい！</a:t>
            </a:r>
            <a:endParaRPr lang="en-US" altLang="ja-JP" sz="1400" dirty="0">
              <a:solidFill>
                <a:sysClr val="windowText" lastClr="000000"/>
              </a:solidFill>
            </a:endParaRPr>
          </a:p>
        </p:txBody>
      </p:sp>
      <p:graphicFrame>
        <p:nvGraphicFramePr>
          <p:cNvPr id="382" name="表 24">
            <a:extLst>
              <a:ext uri="{FF2B5EF4-FFF2-40B4-BE49-F238E27FC236}">
                <a16:creationId xmlns:a16="http://schemas.microsoft.com/office/drawing/2014/main" id="{EA566B65-F5F5-34BF-B034-24444A276B5F}"/>
              </a:ext>
            </a:extLst>
          </p:cNvPr>
          <p:cNvGraphicFramePr>
            <a:graphicFrameLocks noGrp="1"/>
          </p:cNvGraphicFramePr>
          <p:nvPr>
            <p:extLst>
              <p:ext uri="{D42A27DB-BD31-4B8C-83A1-F6EECF244321}">
                <p14:modId xmlns:p14="http://schemas.microsoft.com/office/powerpoint/2010/main" val="1705870070"/>
              </p:ext>
            </p:extLst>
          </p:nvPr>
        </p:nvGraphicFramePr>
        <p:xfrm>
          <a:off x="5749350" y="2254678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L0030</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300" b="0">
                          <a:solidFill>
                            <a:schemeClr val="tx1"/>
                          </a:solidFill>
                        </a:rPr>
                        <a:t>ミルクプリン</a:t>
                      </a:r>
                      <a:r>
                        <a:rPr lang="en-US" altLang="ja-JP" sz="1300" b="0" dirty="0">
                          <a:solidFill>
                            <a:schemeClr val="tx1"/>
                          </a:solidFill>
                        </a:rPr>
                        <a:t>56</a:t>
                      </a:r>
                      <a:r>
                        <a:rPr lang="ja-JP" altLang="en-US" sz="1300" b="0">
                          <a:solidFill>
                            <a:schemeClr val="tx1"/>
                          </a:solidFill>
                        </a:rPr>
                        <a:t>歳</a:t>
                      </a:r>
                      <a:endParaRPr lang="en-US" altLang="ja-JP" sz="13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83" name="角丸四角形吹き出し 382">
            <a:extLst>
              <a:ext uri="{FF2B5EF4-FFF2-40B4-BE49-F238E27FC236}">
                <a16:creationId xmlns:a16="http://schemas.microsoft.com/office/drawing/2014/main" id="{6E6D5BF1-E635-D0DD-CEF3-5864E8B638FB}"/>
              </a:ext>
            </a:extLst>
          </p:cNvPr>
          <p:cNvSpPr/>
          <p:nvPr/>
        </p:nvSpPr>
        <p:spPr>
          <a:xfrm>
            <a:off x="1789023" y="22552039"/>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生ミルクボーイはまだ見てませんが、ラジオ毎週聴いています。</a:t>
            </a:r>
            <a:endParaRPr lang="en-US" altLang="ja-JP" sz="1400" dirty="0">
              <a:solidFill>
                <a:sysClr val="windowText" lastClr="000000"/>
              </a:solidFill>
            </a:endParaRPr>
          </a:p>
        </p:txBody>
      </p:sp>
      <p:graphicFrame>
        <p:nvGraphicFramePr>
          <p:cNvPr id="384" name="表 24">
            <a:extLst>
              <a:ext uri="{FF2B5EF4-FFF2-40B4-BE49-F238E27FC236}">
                <a16:creationId xmlns:a16="http://schemas.microsoft.com/office/drawing/2014/main" id="{AD41C684-8831-2644-C7D3-4F798A70D104}"/>
              </a:ext>
            </a:extLst>
          </p:cNvPr>
          <p:cNvGraphicFramePr>
            <a:graphicFrameLocks noGrp="1"/>
          </p:cNvGraphicFramePr>
          <p:nvPr>
            <p:extLst>
              <p:ext uri="{D42A27DB-BD31-4B8C-83A1-F6EECF244321}">
                <p14:modId xmlns:p14="http://schemas.microsoft.com/office/powerpoint/2010/main" val="3351769887"/>
              </p:ext>
            </p:extLst>
          </p:nvPr>
        </p:nvGraphicFramePr>
        <p:xfrm>
          <a:off x="5749350" y="2328693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L0031</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E"/>
                    </a:solidFill>
                  </a:tcPr>
                </a:tc>
                <a:tc>
                  <a:txBody>
                    <a:bodyPr/>
                    <a:lstStyle/>
                    <a:p>
                      <a:pPr algn="ctr"/>
                      <a:r>
                        <a:rPr lang="ja-JP" altLang="en-US" sz="1400" b="0">
                          <a:solidFill>
                            <a:schemeClr val="tx1"/>
                          </a:solidFill>
                        </a:rPr>
                        <a:t>あきこ</a:t>
                      </a:r>
                      <a:endParaRPr lang="en-US" altLang="ja-JP" sz="1400" b="0" dirty="0">
                        <a:solidFill>
                          <a:schemeClr val="tx1"/>
                        </a:solidFill>
                      </a:endParaRP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85" name="角丸四角形吹き出し 384">
            <a:extLst>
              <a:ext uri="{FF2B5EF4-FFF2-40B4-BE49-F238E27FC236}">
                <a16:creationId xmlns:a16="http://schemas.microsoft.com/office/drawing/2014/main" id="{40601912-DA5A-0739-8787-A26D7E53DBD7}"/>
              </a:ext>
            </a:extLst>
          </p:cNvPr>
          <p:cNvSpPr/>
          <p:nvPr/>
        </p:nvSpPr>
        <p:spPr>
          <a:xfrm>
            <a:off x="1789023" y="23217511"/>
            <a:ext cx="3195045" cy="632477"/>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200">
                <a:solidFill>
                  <a:sysClr val="windowText" lastClr="000000"/>
                </a:solidFill>
              </a:rPr>
              <a:t>今年の春頃から、ぼんかたのラジオに</a:t>
            </a:r>
            <a:br>
              <a:rPr lang="en-US" altLang="ja-JP" sz="1200" dirty="0">
                <a:solidFill>
                  <a:sysClr val="windowText" lastClr="000000"/>
                </a:solidFill>
              </a:rPr>
            </a:br>
            <a:r>
              <a:rPr lang="ja-JP" altLang="en-US" sz="1200">
                <a:solidFill>
                  <a:sysClr val="windowText" lastClr="000000"/>
                </a:solidFill>
              </a:rPr>
              <a:t>大ハマりし、ミルクボーイ大好きです！</a:t>
            </a:r>
            <a:br>
              <a:rPr lang="en-US" altLang="ja-JP" sz="1200" dirty="0">
                <a:solidFill>
                  <a:sysClr val="windowText" lastClr="000000"/>
                </a:solidFill>
              </a:rPr>
            </a:br>
            <a:r>
              <a:rPr lang="ja-JP" altLang="en-US" sz="1200">
                <a:solidFill>
                  <a:sysClr val="windowText" lastClr="000000"/>
                </a:solidFill>
              </a:rPr>
              <a:t>よろしくお願いします！</a:t>
            </a:r>
            <a:endParaRPr lang="en-US" altLang="ja-JP" sz="1200" dirty="0">
              <a:solidFill>
                <a:sysClr val="windowText" lastClr="000000"/>
              </a:solidFill>
            </a:endParaRPr>
          </a:p>
        </p:txBody>
      </p:sp>
      <p:graphicFrame>
        <p:nvGraphicFramePr>
          <p:cNvPr id="386" name="表 24">
            <a:extLst>
              <a:ext uri="{FF2B5EF4-FFF2-40B4-BE49-F238E27FC236}">
                <a16:creationId xmlns:a16="http://schemas.microsoft.com/office/drawing/2014/main" id="{D185F9BA-DE78-EEF6-CDFE-9E1A93BCF2AA}"/>
              </a:ext>
            </a:extLst>
          </p:cNvPr>
          <p:cNvGraphicFramePr>
            <a:graphicFrameLocks noGrp="1"/>
          </p:cNvGraphicFramePr>
          <p:nvPr>
            <p:extLst>
              <p:ext uri="{D42A27DB-BD31-4B8C-83A1-F6EECF244321}">
                <p14:modId xmlns:p14="http://schemas.microsoft.com/office/powerpoint/2010/main" val="3259222670"/>
              </p:ext>
            </p:extLst>
          </p:nvPr>
        </p:nvGraphicFramePr>
        <p:xfrm>
          <a:off x="5749350" y="2404806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L0032</a:t>
                      </a:r>
                    </a:p>
                    <a:p>
                      <a:pPr algn="ctr"/>
                      <a:r>
                        <a:rPr kumimoji="1" lang="ja-JP" altLang="en-US" sz="1400" b="0">
                          <a:solidFill>
                            <a:schemeClr val="tx1"/>
                          </a:solidFill>
                        </a:rPr>
                        <a:t>東京</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ごりえ</a:t>
                      </a:r>
                      <a:endParaRPr lang="en-US" altLang="ja-JP" sz="1400" b="0" dirty="0">
                        <a:solidFill>
                          <a:schemeClr val="tx1"/>
                        </a:solidFill>
                      </a:endParaRPr>
                    </a:p>
                    <a:p>
                      <a:pPr algn="ctr"/>
                      <a:r>
                        <a:rPr lang="en-US" altLang="ja-JP" sz="1400" b="0" dirty="0">
                          <a:solidFill>
                            <a:schemeClr val="tx1"/>
                          </a:solidFill>
                        </a:rPr>
                        <a:t>62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87" name="角丸四角形吹き出し 386">
            <a:extLst>
              <a:ext uri="{FF2B5EF4-FFF2-40B4-BE49-F238E27FC236}">
                <a16:creationId xmlns:a16="http://schemas.microsoft.com/office/drawing/2014/main" id="{E78C5484-5F11-C523-0BC3-D91728A9EF48}"/>
              </a:ext>
            </a:extLst>
          </p:cNvPr>
          <p:cNvSpPr/>
          <p:nvPr/>
        </p:nvSpPr>
        <p:spPr>
          <a:xfrm>
            <a:off x="1789023" y="2404792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かずこの会入会憧れでした。東京在住ですがよろしくお願いいたします。</a:t>
            </a:r>
            <a:endParaRPr lang="en-US" altLang="ja-JP" sz="1400" dirty="0">
              <a:solidFill>
                <a:sysClr val="windowText" lastClr="000000"/>
              </a:solidFill>
            </a:endParaRPr>
          </a:p>
        </p:txBody>
      </p:sp>
      <p:graphicFrame>
        <p:nvGraphicFramePr>
          <p:cNvPr id="388" name="表 24">
            <a:extLst>
              <a:ext uri="{FF2B5EF4-FFF2-40B4-BE49-F238E27FC236}">
                <a16:creationId xmlns:a16="http://schemas.microsoft.com/office/drawing/2014/main" id="{7017E633-98F3-ACF7-731B-79C3EDB317F5}"/>
              </a:ext>
            </a:extLst>
          </p:cNvPr>
          <p:cNvGraphicFramePr>
            <a:graphicFrameLocks noGrp="1"/>
          </p:cNvGraphicFramePr>
          <p:nvPr>
            <p:extLst>
              <p:ext uri="{D42A27DB-BD31-4B8C-83A1-F6EECF244321}">
                <p14:modId xmlns:p14="http://schemas.microsoft.com/office/powerpoint/2010/main" val="3748943662"/>
              </p:ext>
            </p:extLst>
          </p:nvPr>
        </p:nvGraphicFramePr>
        <p:xfrm>
          <a:off x="5749350" y="2479163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L0033</a:t>
                      </a:r>
                      <a:endParaRPr kumimoji="1" lang="en-US" altLang="ja-JP" sz="1200" b="0" dirty="0">
                        <a:solidFill>
                          <a:schemeClr val="tx1"/>
                        </a:solidFill>
                      </a:endParaRPr>
                    </a:p>
                    <a:p>
                      <a:pPr algn="ctr"/>
                      <a:r>
                        <a:rPr kumimoji="1" lang="ja-JP" altLang="en-US" sz="1200" b="0">
                          <a:solidFill>
                            <a:schemeClr val="tx1"/>
                          </a:solidFill>
                        </a:rPr>
                        <a:t>大阪市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400" b="0">
                          <a:solidFill>
                            <a:schemeClr val="tx1"/>
                          </a:solidFill>
                        </a:rPr>
                        <a:t>うさねこ</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89" name="角丸四角形吹き出し 388">
            <a:extLst>
              <a:ext uri="{FF2B5EF4-FFF2-40B4-BE49-F238E27FC236}">
                <a16:creationId xmlns:a16="http://schemas.microsoft.com/office/drawing/2014/main" id="{E163E215-4F7B-EAF2-12A0-813B67B572A7}"/>
              </a:ext>
            </a:extLst>
          </p:cNvPr>
          <p:cNvSpPr/>
          <p:nvPr/>
        </p:nvSpPr>
        <p:spPr>
          <a:xfrm>
            <a:off x="1789023" y="24759481"/>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宜しくお願いしまーーーーす</a:t>
            </a:r>
            <a:endParaRPr lang="en-US" altLang="ja-JP" sz="1400" dirty="0">
              <a:solidFill>
                <a:sysClr val="windowText" lastClr="000000"/>
              </a:solidFill>
            </a:endParaRPr>
          </a:p>
        </p:txBody>
      </p:sp>
      <p:sp>
        <p:nvSpPr>
          <p:cNvPr id="390" name="角丸四角形吹き出し 389">
            <a:extLst>
              <a:ext uri="{FF2B5EF4-FFF2-40B4-BE49-F238E27FC236}">
                <a16:creationId xmlns:a16="http://schemas.microsoft.com/office/drawing/2014/main" id="{554C1547-EDF8-E0D2-20F1-8AFA4098A242}"/>
              </a:ext>
            </a:extLst>
          </p:cNvPr>
          <p:cNvSpPr/>
          <p:nvPr/>
        </p:nvSpPr>
        <p:spPr>
          <a:xfrm>
            <a:off x="1789023" y="2549224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ボンカタ、ミルカヨ、大好きです。</a:t>
            </a:r>
            <a:endParaRPr lang="en-US" altLang="ja-JP" sz="1400" dirty="0">
              <a:solidFill>
                <a:sysClr val="windowText" lastClr="000000"/>
              </a:solidFill>
            </a:endParaRPr>
          </a:p>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391" name="表 24">
            <a:extLst>
              <a:ext uri="{FF2B5EF4-FFF2-40B4-BE49-F238E27FC236}">
                <a16:creationId xmlns:a16="http://schemas.microsoft.com/office/drawing/2014/main" id="{61D486EC-0FF8-AF73-A645-77DCE8397267}"/>
              </a:ext>
            </a:extLst>
          </p:cNvPr>
          <p:cNvGraphicFramePr>
            <a:graphicFrameLocks noGrp="1"/>
          </p:cNvGraphicFramePr>
          <p:nvPr>
            <p:extLst>
              <p:ext uri="{D42A27DB-BD31-4B8C-83A1-F6EECF244321}">
                <p14:modId xmlns:p14="http://schemas.microsoft.com/office/powerpoint/2010/main" val="410327483"/>
              </p:ext>
            </p:extLst>
          </p:nvPr>
        </p:nvGraphicFramePr>
        <p:xfrm>
          <a:off x="5749350" y="25547796"/>
          <a:ext cx="1830908" cy="48768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200" b="0" dirty="0">
                          <a:solidFill>
                            <a:schemeClr val="tx1"/>
                          </a:solidFill>
                        </a:rPr>
                        <a:t>L0034</a:t>
                      </a:r>
                    </a:p>
                    <a:p>
                      <a:pPr algn="ctr"/>
                      <a:r>
                        <a:rPr kumimoji="1" lang="ja-JP" altLang="en-US" sz="1200" b="0">
                          <a:solidFill>
                            <a:schemeClr val="tx1"/>
                          </a:solidFill>
                        </a:rPr>
                        <a:t>神戸</a:t>
                      </a:r>
                      <a:endParaRPr kumimoji="1" lang="en-US" altLang="ja-JP"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300" b="0">
                          <a:solidFill>
                            <a:schemeClr val="tx1"/>
                          </a:solidFill>
                        </a:rPr>
                        <a:t>バイキンマン</a:t>
                      </a:r>
                      <a:endParaRPr lang="en-US" altLang="ja-JP" sz="1300" b="0" dirty="0">
                        <a:solidFill>
                          <a:schemeClr val="tx1"/>
                        </a:solidFill>
                      </a:endParaRPr>
                    </a:p>
                    <a:p>
                      <a:pPr algn="ctr"/>
                      <a:r>
                        <a:rPr lang="en-US" altLang="ja-JP" sz="1300" b="0" dirty="0">
                          <a:solidFill>
                            <a:schemeClr val="tx1"/>
                          </a:solidFill>
                        </a:rPr>
                        <a:t>40</a:t>
                      </a:r>
                      <a:r>
                        <a:rPr lang="ja-JP" altLang="en-US" sz="1300" b="0">
                          <a:solidFill>
                            <a:schemeClr val="tx1"/>
                          </a:solidFill>
                        </a:rPr>
                        <a:t>歳</a:t>
                      </a:r>
                      <a:endParaRPr lang="en-US" altLang="ja-JP" sz="13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92" name="角丸四角形吹き出し 391">
            <a:extLst>
              <a:ext uri="{FF2B5EF4-FFF2-40B4-BE49-F238E27FC236}">
                <a16:creationId xmlns:a16="http://schemas.microsoft.com/office/drawing/2014/main" id="{E213043B-E731-490C-DE82-FD8741783D5B}"/>
              </a:ext>
            </a:extLst>
          </p:cNvPr>
          <p:cNvSpPr/>
          <p:nvPr/>
        </p:nvSpPr>
        <p:spPr>
          <a:xfrm>
            <a:off x="1789023" y="26323995"/>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ボンカタを楽しみに</a:t>
            </a:r>
            <a:endParaRPr lang="en-US" altLang="ja-JP" sz="1400" dirty="0">
              <a:solidFill>
                <a:sysClr val="windowText" lastClr="000000"/>
              </a:solidFill>
            </a:endParaRPr>
          </a:p>
          <a:p>
            <a:pPr algn="ctr"/>
            <a:r>
              <a:rPr lang="ja-JP" altLang="en-US" sz="1400">
                <a:solidFill>
                  <a:sysClr val="windowText" lastClr="000000"/>
                </a:solidFill>
              </a:rPr>
              <a:t>毎日生きています</a:t>
            </a:r>
            <a:endParaRPr lang="en-US" altLang="ja-JP" sz="1400" dirty="0">
              <a:solidFill>
                <a:sysClr val="windowText" lastClr="000000"/>
              </a:solidFill>
            </a:endParaRPr>
          </a:p>
        </p:txBody>
      </p:sp>
      <p:graphicFrame>
        <p:nvGraphicFramePr>
          <p:cNvPr id="393" name="表 24">
            <a:extLst>
              <a:ext uri="{FF2B5EF4-FFF2-40B4-BE49-F238E27FC236}">
                <a16:creationId xmlns:a16="http://schemas.microsoft.com/office/drawing/2014/main" id="{7C9813DB-0E78-FFAA-30C0-E1130A5D383A}"/>
              </a:ext>
            </a:extLst>
          </p:cNvPr>
          <p:cNvGraphicFramePr>
            <a:graphicFrameLocks noGrp="1"/>
          </p:cNvGraphicFramePr>
          <p:nvPr>
            <p:extLst>
              <p:ext uri="{D42A27DB-BD31-4B8C-83A1-F6EECF244321}">
                <p14:modId xmlns:p14="http://schemas.microsoft.com/office/powerpoint/2010/main" val="3566419758"/>
              </p:ext>
            </p:extLst>
          </p:nvPr>
        </p:nvGraphicFramePr>
        <p:xfrm>
          <a:off x="5749350" y="2631962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L0035</a:t>
                      </a:r>
                    </a:p>
                    <a:p>
                      <a:pPr algn="ctr"/>
                      <a:r>
                        <a:rPr kumimoji="1" lang="ja-JP" altLang="en-US" sz="1400" b="0">
                          <a:solidFill>
                            <a:schemeClr val="tx1"/>
                          </a:solidFill>
                        </a:rPr>
                        <a:t>大阪</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ja-JP" sz="1300" b="0" dirty="0">
                          <a:solidFill>
                            <a:schemeClr val="tx1"/>
                          </a:solidFill>
                        </a:rPr>
                        <a:t>2</a:t>
                      </a:r>
                      <a:r>
                        <a:rPr lang="ja-JP" altLang="en-US" sz="1300" b="0">
                          <a:solidFill>
                            <a:schemeClr val="tx1"/>
                          </a:solidFill>
                        </a:rPr>
                        <a:t>列目のともこ</a:t>
                      </a:r>
                      <a:endParaRPr lang="en-US" altLang="ja-JP" sz="13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94" name="表 24">
            <a:extLst>
              <a:ext uri="{FF2B5EF4-FFF2-40B4-BE49-F238E27FC236}">
                <a16:creationId xmlns:a16="http://schemas.microsoft.com/office/drawing/2014/main" id="{D891E26E-0178-CE1A-5D42-72A8391E9CA0}"/>
              </a:ext>
            </a:extLst>
          </p:cNvPr>
          <p:cNvGraphicFramePr>
            <a:graphicFrameLocks noGrp="1"/>
          </p:cNvGraphicFramePr>
          <p:nvPr>
            <p:extLst>
              <p:ext uri="{D42A27DB-BD31-4B8C-83A1-F6EECF244321}">
                <p14:modId xmlns:p14="http://schemas.microsoft.com/office/powerpoint/2010/main" val="240491681"/>
              </p:ext>
            </p:extLst>
          </p:nvPr>
        </p:nvGraphicFramePr>
        <p:xfrm>
          <a:off x="5749350" y="2703625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200" b="0" dirty="0">
                          <a:solidFill>
                            <a:schemeClr val="tx1"/>
                          </a:solidFill>
                        </a:rPr>
                        <a:t>L0036</a:t>
                      </a:r>
                    </a:p>
                    <a:p>
                      <a:pPr algn="ctr"/>
                      <a:r>
                        <a:rPr kumimoji="1" lang="ja-JP" altLang="en-US" sz="1100" b="0">
                          <a:solidFill>
                            <a:schemeClr val="tx1"/>
                          </a:solidFill>
                        </a:rPr>
                        <a:t>兵庫</a:t>
                      </a:r>
                      <a:endParaRPr kumimoji="1" lang="en-US" altLang="ja-JP" sz="11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美和</a:t>
                      </a:r>
                      <a:endParaRPr lang="en-US" altLang="ja-JP" sz="1400" b="0" dirty="0">
                        <a:solidFill>
                          <a:schemeClr val="tx1"/>
                        </a:solidFill>
                      </a:endParaRPr>
                    </a:p>
                    <a:p>
                      <a:pPr algn="ctr"/>
                      <a:r>
                        <a:rPr lang="en-US" altLang="ja-JP" sz="1400" b="0" dirty="0">
                          <a:solidFill>
                            <a:schemeClr val="tx1"/>
                          </a:solidFill>
                        </a:rPr>
                        <a:t>58</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95" name="角丸四角形吹き出し 394">
            <a:extLst>
              <a:ext uri="{FF2B5EF4-FFF2-40B4-BE49-F238E27FC236}">
                <a16:creationId xmlns:a16="http://schemas.microsoft.com/office/drawing/2014/main" id="{4CA4DA9D-335C-4378-A847-BA4570F44E47}"/>
              </a:ext>
            </a:extLst>
          </p:cNvPr>
          <p:cNvSpPr/>
          <p:nvPr/>
        </p:nvSpPr>
        <p:spPr>
          <a:xfrm>
            <a:off x="1789023" y="27001474"/>
            <a:ext cx="3195045" cy="541881"/>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050">
                <a:solidFill>
                  <a:sysClr val="windowText" lastClr="000000"/>
                </a:solidFill>
              </a:rPr>
              <a:t>ひたすらミルクボーイを愛し、ボンカタもみるかよも欠かさず聴いています。いつか、かずこの会の</a:t>
            </a:r>
            <a:endParaRPr lang="en-US" altLang="ja-JP" sz="1050" dirty="0">
              <a:solidFill>
                <a:sysClr val="windowText" lastClr="000000"/>
              </a:solidFill>
            </a:endParaRPr>
          </a:p>
          <a:p>
            <a:pPr algn="ctr"/>
            <a:r>
              <a:rPr lang="ja-JP" altLang="en-US" sz="1050">
                <a:solidFill>
                  <a:sysClr val="windowText" lastClr="000000"/>
                </a:solidFill>
              </a:rPr>
              <a:t>バスツアーに参加したいです</a:t>
            </a:r>
            <a:endParaRPr lang="en-US" altLang="ja-JP" sz="1050" dirty="0">
              <a:solidFill>
                <a:sysClr val="windowText" lastClr="000000"/>
              </a:solidFill>
            </a:endParaRPr>
          </a:p>
        </p:txBody>
      </p:sp>
      <p:graphicFrame>
        <p:nvGraphicFramePr>
          <p:cNvPr id="396" name="表 24">
            <a:extLst>
              <a:ext uri="{FF2B5EF4-FFF2-40B4-BE49-F238E27FC236}">
                <a16:creationId xmlns:a16="http://schemas.microsoft.com/office/drawing/2014/main" id="{DEF5842D-DFA6-62FF-DF78-0F9859ABCCB9}"/>
              </a:ext>
            </a:extLst>
          </p:cNvPr>
          <p:cNvGraphicFramePr>
            <a:graphicFrameLocks noGrp="1"/>
          </p:cNvGraphicFramePr>
          <p:nvPr>
            <p:extLst>
              <p:ext uri="{D42A27DB-BD31-4B8C-83A1-F6EECF244321}">
                <p14:modId xmlns:p14="http://schemas.microsoft.com/office/powerpoint/2010/main" val="1164425096"/>
              </p:ext>
            </p:extLst>
          </p:nvPr>
        </p:nvGraphicFramePr>
        <p:xfrm>
          <a:off x="5749350" y="2779738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L0037</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ケンケン</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97" name="角丸四角形吹き出し 396">
            <a:extLst>
              <a:ext uri="{FF2B5EF4-FFF2-40B4-BE49-F238E27FC236}">
                <a16:creationId xmlns:a16="http://schemas.microsoft.com/office/drawing/2014/main" id="{F2D59305-71F8-692F-5E00-697C133E7DBE}"/>
              </a:ext>
            </a:extLst>
          </p:cNvPr>
          <p:cNvSpPr/>
          <p:nvPr/>
        </p:nvSpPr>
        <p:spPr>
          <a:xfrm>
            <a:off x="1789023" y="2779724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漢方の仕事してます。勇気出して</a:t>
            </a:r>
            <a:endParaRPr lang="en-US" altLang="ja-JP" sz="1400" dirty="0">
              <a:solidFill>
                <a:sysClr val="windowText" lastClr="000000"/>
              </a:solidFill>
            </a:endParaRPr>
          </a:p>
          <a:p>
            <a:pPr algn="ctr"/>
            <a:r>
              <a:rPr lang="ja-JP" altLang="en-US" sz="1400">
                <a:solidFill>
                  <a:sysClr val="windowText" lastClr="000000"/>
                </a:solidFill>
              </a:rPr>
              <a:t>皆さんと仲良くなりたいです。</a:t>
            </a:r>
            <a:endParaRPr lang="en-US" altLang="ja-JP" sz="1400" dirty="0">
              <a:solidFill>
                <a:sysClr val="windowText" lastClr="000000"/>
              </a:solidFill>
            </a:endParaRPr>
          </a:p>
        </p:txBody>
      </p:sp>
      <p:graphicFrame>
        <p:nvGraphicFramePr>
          <p:cNvPr id="398" name="表 24">
            <a:extLst>
              <a:ext uri="{FF2B5EF4-FFF2-40B4-BE49-F238E27FC236}">
                <a16:creationId xmlns:a16="http://schemas.microsoft.com/office/drawing/2014/main" id="{1C2A04B3-7F45-1CE7-4896-8EC0DE5634DA}"/>
              </a:ext>
            </a:extLst>
          </p:cNvPr>
          <p:cNvGraphicFramePr>
            <a:graphicFrameLocks noGrp="1"/>
          </p:cNvGraphicFramePr>
          <p:nvPr>
            <p:extLst>
              <p:ext uri="{D42A27DB-BD31-4B8C-83A1-F6EECF244321}">
                <p14:modId xmlns:p14="http://schemas.microsoft.com/office/powerpoint/2010/main" val="942013457"/>
              </p:ext>
            </p:extLst>
          </p:nvPr>
        </p:nvGraphicFramePr>
        <p:xfrm>
          <a:off x="5749350" y="2854095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L0038</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200" b="0">
                          <a:solidFill>
                            <a:schemeClr val="tx1"/>
                          </a:solidFill>
                        </a:rPr>
                        <a:t>栗まんじゅう</a:t>
                      </a:r>
                      <a:endParaRPr lang="en-US" altLang="ja-JP" sz="1200" b="0" dirty="0">
                        <a:solidFill>
                          <a:schemeClr val="tx1"/>
                        </a:solidFill>
                      </a:endParaRPr>
                    </a:p>
                    <a:p>
                      <a:pPr algn="ctr"/>
                      <a:r>
                        <a:rPr lang="en-US" altLang="ja-JP" sz="1400" b="0" dirty="0">
                          <a:solidFill>
                            <a:schemeClr val="tx1"/>
                          </a:solidFill>
                        </a:rPr>
                        <a:t>34</a:t>
                      </a:r>
                      <a:r>
                        <a:rPr lang="ja-JP" altLang="en-US" sz="1400" b="0">
                          <a:solidFill>
                            <a:schemeClr val="tx1"/>
                          </a:solidFill>
                        </a:rPr>
                        <a:t>歳</a:t>
                      </a:r>
                      <a:endParaRPr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99" name="角丸四角形吹き出し 398">
            <a:extLst>
              <a:ext uri="{FF2B5EF4-FFF2-40B4-BE49-F238E27FC236}">
                <a16:creationId xmlns:a16="http://schemas.microsoft.com/office/drawing/2014/main" id="{AA5E7924-C8DD-DD89-C867-D43691523D58}"/>
              </a:ext>
            </a:extLst>
          </p:cNvPr>
          <p:cNvSpPr/>
          <p:nvPr/>
        </p:nvSpPr>
        <p:spPr>
          <a:xfrm>
            <a:off x="1789023" y="2852834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サイレントリスナーです💦</a:t>
            </a:r>
            <a:br>
              <a:rPr lang="en-US" altLang="ja-JP" sz="1400" dirty="0">
                <a:solidFill>
                  <a:sysClr val="windowText" lastClr="000000"/>
                </a:solidFill>
              </a:rPr>
            </a:br>
            <a:r>
              <a:rPr lang="ja-JP" altLang="en-US" sz="1400">
                <a:solidFill>
                  <a:sysClr val="windowText" lastClr="000000"/>
                </a:solidFill>
              </a:rPr>
              <a:t>栗もち</a:t>
            </a:r>
            <a:r>
              <a:rPr lang="en-US" altLang="ja-JP" sz="1400" dirty="0">
                <a:solidFill>
                  <a:sysClr val="windowText" lastClr="000000"/>
                </a:solidFill>
              </a:rPr>
              <a:t>37</a:t>
            </a:r>
            <a:r>
              <a:rPr lang="ja-JP" altLang="en-US" sz="1400">
                <a:solidFill>
                  <a:sysClr val="windowText" lastClr="000000"/>
                </a:solidFill>
              </a:rPr>
              <a:t>歳の妹です。</a:t>
            </a:r>
            <a:endParaRPr lang="en-US" altLang="ja-JP" sz="1400" dirty="0">
              <a:solidFill>
                <a:sysClr val="windowText" lastClr="000000"/>
              </a:solidFill>
            </a:endParaRPr>
          </a:p>
        </p:txBody>
      </p:sp>
      <p:graphicFrame>
        <p:nvGraphicFramePr>
          <p:cNvPr id="402" name="表 24">
            <a:extLst>
              <a:ext uri="{FF2B5EF4-FFF2-40B4-BE49-F238E27FC236}">
                <a16:creationId xmlns:a16="http://schemas.microsoft.com/office/drawing/2014/main" id="{CBCD87A6-5407-CD92-D71D-D79CBA478AC9}"/>
              </a:ext>
            </a:extLst>
          </p:cNvPr>
          <p:cNvGraphicFramePr>
            <a:graphicFrameLocks noGrp="1"/>
          </p:cNvGraphicFramePr>
          <p:nvPr>
            <p:extLst>
              <p:ext uri="{D42A27DB-BD31-4B8C-83A1-F6EECF244321}">
                <p14:modId xmlns:p14="http://schemas.microsoft.com/office/powerpoint/2010/main" val="570940126"/>
              </p:ext>
            </p:extLst>
          </p:nvPr>
        </p:nvGraphicFramePr>
        <p:xfrm>
          <a:off x="5749350" y="3006664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L0040</a:t>
                      </a:r>
                    </a:p>
                    <a:p>
                      <a:pPr algn="ctr"/>
                      <a:r>
                        <a:rPr kumimoji="1" lang="ja-JP" altLang="en-US" sz="1400" b="0">
                          <a:solidFill>
                            <a:schemeClr val="tx1"/>
                          </a:solidFill>
                        </a:rPr>
                        <a:t>兵庫</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5C7E8"/>
                    </a:solidFill>
                  </a:tcPr>
                </a:tc>
                <a:tc>
                  <a:txBody>
                    <a:bodyPr/>
                    <a:lstStyle/>
                    <a:p>
                      <a:pPr algn="ctr"/>
                      <a:r>
                        <a:rPr lang="ja-JP" altLang="en-US" sz="1400" b="0">
                          <a:solidFill>
                            <a:schemeClr val="tx1"/>
                          </a:solidFill>
                        </a:rPr>
                        <a:t>りえ</a:t>
                      </a:r>
                      <a:r>
                        <a:rPr lang="en-US" altLang="ja-JP" sz="1400" b="0" dirty="0">
                          <a:solidFill>
                            <a:schemeClr val="tx1"/>
                          </a:solidFill>
                        </a:rPr>
                        <a:t>1975</a:t>
                      </a: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03" name="角丸四角形吹き出し 402">
            <a:extLst>
              <a:ext uri="{FF2B5EF4-FFF2-40B4-BE49-F238E27FC236}">
                <a16:creationId xmlns:a16="http://schemas.microsoft.com/office/drawing/2014/main" id="{49C02CB8-66DF-90B0-1DEF-CE5B0EF1899B}"/>
              </a:ext>
            </a:extLst>
          </p:cNvPr>
          <p:cNvSpPr/>
          <p:nvPr/>
        </p:nvSpPr>
        <p:spPr>
          <a:xfrm>
            <a:off x="1789023" y="3009220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sp>
        <p:nvSpPr>
          <p:cNvPr id="404" name="角丸四角形吹き出し 403">
            <a:extLst>
              <a:ext uri="{FF2B5EF4-FFF2-40B4-BE49-F238E27FC236}">
                <a16:creationId xmlns:a16="http://schemas.microsoft.com/office/drawing/2014/main" id="{D81055C6-2CE3-EAE7-0286-85D49F0E5D91}"/>
              </a:ext>
            </a:extLst>
          </p:cNvPr>
          <p:cNvSpPr/>
          <p:nvPr/>
        </p:nvSpPr>
        <p:spPr>
          <a:xfrm>
            <a:off x="8617481" y="469448"/>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a:solidFill>
                  <a:sysClr val="windowText" lastClr="000000"/>
                </a:solidFill>
              </a:rPr>
              <a:t>ミルクボーイ好きです。</a:t>
            </a:r>
            <a:endParaRPr lang="en-US" altLang="ja-JP" sz="1400" dirty="0">
              <a:solidFill>
                <a:sysClr val="windowText" lastClr="000000"/>
              </a:solidFill>
            </a:endParaRPr>
          </a:p>
          <a:p>
            <a:pPr algn="ctr"/>
            <a:r>
              <a:rPr lang="ja-JP" altLang="en-US" sz="1400">
                <a:solidFill>
                  <a:sysClr val="windowText" lastClr="000000"/>
                </a:solidFill>
              </a:rPr>
              <a:t>ラジオメインで応援してます。</a:t>
            </a:r>
            <a:endParaRPr lang="en-US" altLang="ja-JP" sz="1400" dirty="0">
              <a:solidFill>
                <a:sysClr val="windowText" lastClr="000000"/>
              </a:solidFill>
            </a:endParaRPr>
          </a:p>
        </p:txBody>
      </p:sp>
      <p:graphicFrame>
        <p:nvGraphicFramePr>
          <p:cNvPr id="405" name="表 24">
            <a:extLst>
              <a:ext uri="{FF2B5EF4-FFF2-40B4-BE49-F238E27FC236}">
                <a16:creationId xmlns:a16="http://schemas.microsoft.com/office/drawing/2014/main" id="{0B1AD4EF-E4CA-3312-A406-D53A8ED75E2C}"/>
              </a:ext>
            </a:extLst>
          </p:cNvPr>
          <p:cNvGraphicFramePr>
            <a:graphicFrameLocks noGrp="1"/>
          </p:cNvGraphicFramePr>
          <p:nvPr>
            <p:extLst>
              <p:ext uri="{D42A27DB-BD31-4B8C-83A1-F6EECF244321}">
                <p14:modId xmlns:p14="http://schemas.microsoft.com/office/powerpoint/2010/main" val="1525228181"/>
              </p:ext>
            </p:extLst>
          </p:nvPr>
        </p:nvGraphicFramePr>
        <p:xfrm>
          <a:off x="12577808" y="4575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L0041</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ja-JP" sz="1400" b="0" dirty="0">
                          <a:solidFill>
                            <a:schemeClr val="tx1"/>
                          </a:solidFill>
                        </a:rPr>
                        <a:t>KOKO</a:t>
                      </a: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06" name="角丸四角形吹き出し 405">
            <a:extLst>
              <a:ext uri="{FF2B5EF4-FFF2-40B4-BE49-F238E27FC236}">
                <a16:creationId xmlns:a16="http://schemas.microsoft.com/office/drawing/2014/main" id="{6DC01886-24FD-439A-7A18-D22B36D69ECD}"/>
              </a:ext>
            </a:extLst>
          </p:cNvPr>
          <p:cNvSpPr/>
          <p:nvPr/>
        </p:nvSpPr>
        <p:spPr>
          <a:xfrm>
            <a:off x="8617481" y="1207927"/>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内海さんと競馬の予想したい</a:t>
            </a:r>
            <a:endParaRPr lang="en-US" altLang="ja-JP" sz="1400" dirty="0">
              <a:solidFill>
                <a:sysClr val="windowText" lastClr="000000"/>
              </a:solidFill>
            </a:endParaRPr>
          </a:p>
          <a:p>
            <a:pPr algn="ctr"/>
            <a:r>
              <a:rPr lang="ja-JP" altLang="en-US" sz="1400">
                <a:solidFill>
                  <a:sysClr val="windowText" lastClr="000000"/>
                </a:solidFill>
              </a:rPr>
              <a:t>オバチャンです！</a:t>
            </a:r>
            <a:endParaRPr lang="en-US" altLang="ja-JP" sz="1400" dirty="0">
              <a:solidFill>
                <a:sysClr val="windowText" lastClr="000000"/>
              </a:solidFill>
            </a:endParaRPr>
          </a:p>
        </p:txBody>
      </p:sp>
      <p:graphicFrame>
        <p:nvGraphicFramePr>
          <p:cNvPr id="407" name="表 24">
            <a:extLst>
              <a:ext uri="{FF2B5EF4-FFF2-40B4-BE49-F238E27FC236}">
                <a16:creationId xmlns:a16="http://schemas.microsoft.com/office/drawing/2014/main" id="{7146142C-58F7-0E06-F384-012FC9D31628}"/>
              </a:ext>
            </a:extLst>
          </p:cNvPr>
          <p:cNvGraphicFramePr>
            <a:graphicFrameLocks noGrp="1"/>
          </p:cNvGraphicFramePr>
          <p:nvPr>
            <p:extLst>
              <p:ext uri="{D42A27DB-BD31-4B8C-83A1-F6EECF244321}">
                <p14:modId xmlns:p14="http://schemas.microsoft.com/office/powerpoint/2010/main" val="1481991008"/>
              </p:ext>
            </p:extLst>
          </p:nvPr>
        </p:nvGraphicFramePr>
        <p:xfrm>
          <a:off x="12577808" y="119607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L0042</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らん</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08" name="角丸四角形吹き出し 407">
            <a:extLst>
              <a:ext uri="{FF2B5EF4-FFF2-40B4-BE49-F238E27FC236}">
                <a16:creationId xmlns:a16="http://schemas.microsoft.com/office/drawing/2014/main" id="{07BE27D4-744C-517E-A4B1-7876B2C0938B}"/>
              </a:ext>
            </a:extLst>
          </p:cNvPr>
          <p:cNvSpPr/>
          <p:nvPr/>
        </p:nvSpPr>
        <p:spPr>
          <a:xfrm>
            <a:off x="8617481" y="199307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どうぞよろしくお願いいたします</a:t>
            </a:r>
            <a:endParaRPr lang="ja-JP" altLang="en-US" sz="1400" dirty="0">
              <a:solidFill>
                <a:sysClr val="windowText" lastClr="000000"/>
              </a:solidFill>
            </a:endParaRPr>
          </a:p>
        </p:txBody>
      </p:sp>
      <p:sp>
        <p:nvSpPr>
          <p:cNvPr id="409" name="角丸四角形吹き出し 408">
            <a:extLst>
              <a:ext uri="{FF2B5EF4-FFF2-40B4-BE49-F238E27FC236}">
                <a16:creationId xmlns:a16="http://schemas.microsoft.com/office/drawing/2014/main" id="{B0766889-4EC1-7E0F-1293-DA29D92E4DCE}"/>
              </a:ext>
            </a:extLst>
          </p:cNvPr>
          <p:cNvSpPr/>
          <p:nvPr/>
        </p:nvSpPr>
        <p:spPr>
          <a:xfrm>
            <a:off x="8617481" y="2749339"/>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どうぞ、よろしくお願いいたします。</a:t>
            </a:r>
            <a:endParaRPr lang="en-US" altLang="ja-JP" sz="1400" dirty="0">
              <a:solidFill>
                <a:sysClr val="windowText" lastClr="000000"/>
              </a:solidFill>
            </a:endParaRPr>
          </a:p>
        </p:txBody>
      </p:sp>
      <p:graphicFrame>
        <p:nvGraphicFramePr>
          <p:cNvPr id="410" name="表 24">
            <a:extLst>
              <a:ext uri="{FF2B5EF4-FFF2-40B4-BE49-F238E27FC236}">
                <a16:creationId xmlns:a16="http://schemas.microsoft.com/office/drawing/2014/main" id="{A3955A47-BECA-D804-87BE-389692BEB126}"/>
              </a:ext>
            </a:extLst>
          </p:cNvPr>
          <p:cNvGraphicFramePr>
            <a:graphicFrameLocks noGrp="1"/>
          </p:cNvGraphicFramePr>
          <p:nvPr>
            <p:extLst>
              <p:ext uri="{D42A27DB-BD31-4B8C-83A1-F6EECF244321}">
                <p14:modId xmlns:p14="http://schemas.microsoft.com/office/powerpoint/2010/main" val="276974535"/>
              </p:ext>
            </p:extLst>
          </p:nvPr>
        </p:nvGraphicFramePr>
        <p:xfrm>
          <a:off x="12577808" y="273748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L0044</a:t>
                      </a:r>
                    </a:p>
                    <a:p>
                      <a:pPr algn="ctr"/>
                      <a:r>
                        <a:rPr kumimoji="1" lang="ja-JP" altLang="en-US" sz="1400" b="0">
                          <a:solidFill>
                            <a:schemeClr val="bg1"/>
                          </a:solidFill>
                        </a:rPr>
                        <a:t>愛知</a:t>
                      </a:r>
                      <a:endParaRPr kumimoji="1" lang="en-US" altLang="ja-JP" sz="1400"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あひる</a:t>
                      </a:r>
                      <a:endParaRPr lang="en-US" altLang="ja-JP" sz="1400" b="0" dirty="0">
                        <a:solidFill>
                          <a:schemeClr val="tx1"/>
                        </a:solidFill>
                      </a:endParaRPr>
                    </a:p>
                    <a:p>
                      <a:pPr algn="ctr"/>
                      <a:r>
                        <a:rPr lang="en-US" altLang="ja-JP" sz="1400" b="0" dirty="0">
                          <a:solidFill>
                            <a:schemeClr val="tx1"/>
                          </a:solidFill>
                        </a:rPr>
                        <a:t>38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11" name="表 24">
            <a:extLst>
              <a:ext uri="{FF2B5EF4-FFF2-40B4-BE49-F238E27FC236}">
                <a16:creationId xmlns:a16="http://schemas.microsoft.com/office/drawing/2014/main" id="{B605C5A4-7BF8-4A45-F6D7-67E01E09B926}"/>
              </a:ext>
            </a:extLst>
          </p:cNvPr>
          <p:cNvGraphicFramePr>
            <a:graphicFrameLocks noGrp="1"/>
          </p:cNvGraphicFramePr>
          <p:nvPr>
            <p:extLst>
              <p:ext uri="{D42A27DB-BD31-4B8C-83A1-F6EECF244321}">
                <p14:modId xmlns:p14="http://schemas.microsoft.com/office/powerpoint/2010/main" val="2266434816"/>
              </p:ext>
            </p:extLst>
          </p:nvPr>
        </p:nvGraphicFramePr>
        <p:xfrm>
          <a:off x="12577808" y="353716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L0045</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400" b="0">
                          <a:solidFill>
                            <a:schemeClr val="tx1"/>
                          </a:solidFill>
                        </a:rPr>
                        <a:t>まいこ</a:t>
                      </a:r>
                      <a:endParaRPr lang="en-US" altLang="ja-JP" sz="1400" b="0" dirty="0">
                        <a:solidFill>
                          <a:schemeClr val="tx1"/>
                        </a:solidFill>
                      </a:endParaRPr>
                    </a:p>
                    <a:p>
                      <a:pPr algn="ctr"/>
                      <a:r>
                        <a:rPr lang="en-US" altLang="ja-JP" sz="1400" b="0" dirty="0">
                          <a:solidFill>
                            <a:schemeClr val="tx1"/>
                          </a:solidFill>
                        </a:rPr>
                        <a:t>41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12" name="角丸四角形吹き出し 411">
            <a:extLst>
              <a:ext uri="{FF2B5EF4-FFF2-40B4-BE49-F238E27FC236}">
                <a16:creationId xmlns:a16="http://schemas.microsoft.com/office/drawing/2014/main" id="{27BEF953-6091-8B52-96C5-AD09037827D3}"/>
              </a:ext>
            </a:extLst>
          </p:cNvPr>
          <p:cNvSpPr/>
          <p:nvPr/>
        </p:nvSpPr>
        <p:spPr>
          <a:xfrm>
            <a:off x="8617481" y="350501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煩塊、ミルかよのサイレントリスナーです！よろしくお願いします！</a:t>
            </a:r>
            <a:endParaRPr lang="en-US" altLang="ja-JP" sz="1400" dirty="0">
              <a:solidFill>
                <a:sysClr val="windowText" lastClr="000000"/>
              </a:solidFill>
            </a:endParaRPr>
          </a:p>
        </p:txBody>
      </p:sp>
      <p:graphicFrame>
        <p:nvGraphicFramePr>
          <p:cNvPr id="414" name="表 24">
            <a:extLst>
              <a:ext uri="{FF2B5EF4-FFF2-40B4-BE49-F238E27FC236}">
                <a16:creationId xmlns:a16="http://schemas.microsoft.com/office/drawing/2014/main" id="{1B8BFC40-2C1E-973E-081F-2E3186CD7C5E}"/>
              </a:ext>
            </a:extLst>
          </p:cNvPr>
          <p:cNvGraphicFramePr>
            <a:graphicFrameLocks noGrp="1"/>
          </p:cNvGraphicFramePr>
          <p:nvPr>
            <p:extLst>
              <p:ext uri="{D42A27DB-BD31-4B8C-83A1-F6EECF244321}">
                <p14:modId xmlns:p14="http://schemas.microsoft.com/office/powerpoint/2010/main" val="1246664262"/>
              </p:ext>
            </p:extLst>
          </p:nvPr>
        </p:nvGraphicFramePr>
        <p:xfrm>
          <a:off x="12577814" y="1986538"/>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L0043</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D77"/>
                    </a:solidFill>
                  </a:tcPr>
                </a:tc>
                <a:tc>
                  <a:txBody>
                    <a:bodyPr/>
                    <a:lstStyle/>
                    <a:p>
                      <a:pPr algn="ctr"/>
                      <a:r>
                        <a:rPr lang="ja-JP" altLang="en-US" sz="1400" b="0">
                          <a:solidFill>
                            <a:schemeClr val="tx1"/>
                          </a:solidFill>
                        </a:rPr>
                        <a:t>けいこ</a:t>
                      </a:r>
                      <a:endParaRPr lang="en-US" altLang="ja-JP" sz="1400" b="0" dirty="0">
                        <a:solidFill>
                          <a:schemeClr val="tx1"/>
                        </a:solidFill>
                      </a:endParaRPr>
                    </a:p>
                    <a:p>
                      <a:pPr algn="ctr"/>
                      <a:r>
                        <a:rPr lang="en-US" altLang="ja-JP" sz="1400" b="0" dirty="0">
                          <a:solidFill>
                            <a:schemeClr val="tx1"/>
                          </a:solidFill>
                        </a:rPr>
                        <a:t>56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20" name="表 24">
            <a:extLst>
              <a:ext uri="{FF2B5EF4-FFF2-40B4-BE49-F238E27FC236}">
                <a16:creationId xmlns:a16="http://schemas.microsoft.com/office/drawing/2014/main" id="{BA04D2B2-7BE0-B06D-58D5-CDB26A24DC08}"/>
              </a:ext>
            </a:extLst>
          </p:cNvPr>
          <p:cNvGraphicFramePr>
            <a:graphicFrameLocks noGrp="1"/>
          </p:cNvGraphicFramePr>
          <p:nvPr>
            <p:extLst>
              <p:ext uri="{D42A27DB-BD31-4B8C-83A1-F6EECF244321}">
                <p14:modId xmlns:p14="http://schemas.microsoft.com/office/powerpoint/2010/main" val="3404600761"/>
              </p:ext>
            </p:extLst>
          </p:nvPr>
        </p:nvGraphicFramePr>
        <p:xfrm>
          <a:off x="12577808" y="423685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L0046</a:t>
                      </a:r>
                    </a:p>
                    <a:p>
                      <a:pPr algn="ctr"/>
                      <a:r>
                        <a:rPr kumimoji="1" lang="ja-JP" altLang="en-US" sz="1400" b="0">
                          <a:solidFill>
                            <a:schemeClr val="bg1"/>
                          </a:solidFill>
                        </a:rPr>
                        <a:t>岐阜</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さとる</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21" name="角丸四角形吹き出し 420">
            <a:extLst>
              <a:ext uri="{FF2B5EF4-FFF2-40B4-BE49-F238E27FC236}">
                <a16:creationId xmlns:a16="http://schemas.microsoft.com/office/drawing/2014/main" id="{87748A40-3E91-C215-0B6D-4735A30B9596}"/>
              </a:ext>
            </a:extLst>
          </p:cNvPr>
          <p:cNvSpPr/>
          <p:nvPr/>
        </p:nvSpPr>
        <p:spPr>
          <a:xfrm>
            <a:off x="8617481" y="427777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ボンカタ、ミルカヨ初回から</a:t>
            </a:r>
            <a:endParaRPr lang="en-US" altLang="ja-JP" sz="1400" dirty="0">
              <a:solidFill>
                <a:sysClr val="windowText" lastClr="000000"/>
              </a:solidFill>
            </a:endParaRPr>
          </a:p>
          <a:p>
            <a:pPr algn="ctr"/>
            <a:r>
              <a:rPr lang="ja-JP" altLang="en-US" sz="1400">
                <a:solidFill>
                  <a:sysClr val="windowText" lastClr="000000"/>
                </a:solidFill>
              </a:rPr>
              <a:t>聴いてます。</a:t>
            </a:r>
            <a:endParaRPr lang="en-US" altLang="ja-JP" sz="1400" dirty="0">
              <a:solidFill>
                <a:sysClr val="windowText" lastClr="000000"/>
              </a:solidFill>
            </a:endParaRPr>
          </a:p>
        </p:txBody>
      </p:sp>
      <p:graphicFrame>
        <p:nvGraphicFramePr>
          <p:cNvPr id="422" name="表 24">
            <a:extLst>
              <a:ext uri="{FF2B5EF4-FFF2-40B4-BE49-F238E27FC236}">
                <a16:creationId xmlns:a16="http://schemas.microsoft.com/office/drawing/2014/main" id="{57A92869-BF2A-165B-5114-AFA528AC33A8}"/>
              </a:ext>
            </a:extLst>
          </p:cNvPr>
          <p:cNvGraphicFramePr>
            <a:graphicFrameLocks noGrp="1"/>
          </p:cNvGraphicFramePr>
          <p:nvPr>
            <p:extLst>
              <p:ext uri="{D42A27DB-BD31-4B8C-83A1-F6EECF244321}">
                <p14:modId xmlns:p14="http://schemas.microsoft.com/office/powerpoint/2010/main" val="1645427258"/>
              </p:ext>
            </p:extLst>
          </p:nvPr>
        </p:nvGraphicFramePr>
        <p:xfrm>
          <a:off x="12577808" y="503156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L0047</a:t>
                      </a:r>
                    </a:p>
                    <a:p>
                      <a:pPr algn="ctr"/>
                      <a:r>
                        <a:rPr kumimoji="1" lang="ja-JP" altLang="en-US" sz="1400" b="0">
                          <a:solidFill>
                            <a:schemeClr val="tx1"/>
                          </a:solidFill>
                        </a:rPr>
                        <a:t>明石市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りえ</a:t>
                      </a:r>
                      <a:endParaRPr lang="en-US" altLang="ja-JP" sz="1400" b="0" dirty="0">
                        <a:solidFill>
                          <a:schemeClr val="tx1"/>
                        </a:solidFill>
                      </a:endParaRPr>
                    </a:p>
                    <a:p>
                      <a:pPr algn="ctr"/>
                      <a:r>
                        <a:rPr lang="en-US" altLang="ja-JP" sz="1400" b="0" dirty="0">
                          <a:solidFill>
                            <a:schemeClr val="tx1"/>
                          </a:solidFill>
                        </a:rPr>
                        <a:t>59</a:t>
                      </a:r>
                      <a:r>
                        <a:rPr lang="ja-JP" altLang="en-US" sz="1400" b="0">
                          <a:solidFill>
                            <a:schemeClr val="tx1"/>
                          </a:solidFill>
                        </a:rPr>
                        <a:t>歳</a:t>
                      </a:r>
                      <a:endParaRPr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23" name="角丸四角形吹き出し 422">
            <a:extLst>
              <a:ext uri="{FF2B5EF4-FFF2-40B4-BE49-F238E27FC236}">
                <a16:creationId xmlns:a16="http://schemas.microsoft.com/office/drawing/2014/main" id="{1967E12B-689D-D3FF-17E8-9449D04188A2}"/>
              </a:ext>
            </a:extLst>
          </p:cNvPr>
          <p:cNvSpPr/>
          <p:nvPr/>
        </p:nvSpPr>
        <p:spPr>
          <a:xfrm>
            <a:off x="8617481" y="503995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 altLang="ja-JP" sz="1400" dirty="0">
                <a:solidFill>
                  <a:sysClr val="windowText" lastClr="000000"/>
                </a:solidFill>
              </a:rPr>
              <a:t>M1</a:t>
            </a:r>
            <a:r>
              <a:rPr lang="ja-JP" altLang="en-US" sz="1400">
                <a:solidFill>
                  <a:sysClr val="windowText" lastClr="000000"/>
                </a:solidFill>
              </a:rPr>
              <a:t>優勝からのファンです、私もぜひお仲間に入れてください</a:t>
            </a:r>
            <a:endParaRPr lang="en-US" altLang="ja-JP" sz="1400" dirty="0">
              <a:solidFill>
                <a:sysClr val="windowText" lastClr="000000"/>
              </a:solidFill>
            </a:endParaRPr>
          </a:p>
        </p:txBody>
      </p:sp>
      <p:sp>
        <p:nvSpPr>
          <p:cNvPr id="432" name="角丸四角形吹き出し 431">
            <a:extLst>
              <a:ext uri="{FF2B5EF4-FFF2-40B4-BE49-F238E27FC236}">
                <a16:creationId xmlns:a16="http://schemas.microsoft.com/office/drawing/2014/main" id="{9B78AE29-E862-F98C-27B5-F610E6BC098B}"/>
              </a:ext>
            </a:extLst>
          </p:cNvPr>
          <p:cNvSpPr/>
          <p:nvPr/>
        </p:nvSpPr>
        <p:spPr>
          <a:xfrm>
            <a:off x="1859946" y="1707644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ぼんかた</a:t>
            </a:r>
            <a:r>
              <a:rPr lang="en-US" altLang="ja-JP" sz="1400" dirty="0">
                <a:solidFill>
                  <a:sysClr val="windowText" lastClr="000000"/>
                </a:solidFill>
              </a:rPr>
              <a:t>､</a:t>
            </a:r>
            <a:r>
              <a:rPr lang="ja-JP" altLang="en-US" sz="1400">
                <a:solidFill>
                  <a:sysClr val="windowText" lastClr="000000"/>
                </a:solidFill>
              </a:rPr>
              <a:t>みるかよのリスナーです。よろしくお願いいたします。</a:t>
            </a:r>
            <a:endParaRPr lang="en-US" altLang="ja-JP" sz="1400" dirty="0">
              <a:solidFill>
                <a:sysClr val="windowText" lastClr="000000"/>
              </a:solidFill>
            </a:endParaRPr>
          </a:p>
        </p:txBody>
      </p:sp>
      <p:graphicFrame>
        <p:nvGraphicFramePr>
          <p:cNvPr id="433" name="表 24">
            <a:extLst>
              <a:ext uri="{FF2B5EF4-FFF2-40B4-BE49-F238E27FC236}">
                <a16:creationId xmlns:a16="http://schemas.microsoft.com/office/drawing/2014/main" id="{236A8976-4896-126E-F172-2D3B7E1FE106}"/>
              </a:ext>
            </a:extLst>
          </p:cNvPr>
          <p:cNvGraphicFramePr>
            <a:graphicFrameLocks noGrp="1"/>
          </p:cNvGraphicFramePr>
          <p:nvPr>
            <p:extLst>
              <p:ext uri="{D42A27DB-BD31-4B8C-83A1-F6EECF244321}">
                <p14:modId xmlns:p14="http://schemas.microsoft.com/office/powerpoint/2010/main" val="4065964553"/>
              </p:ext>
            </p:extLst>
          </p:nvPr>
        </p:nvGraphicFramePr>
        <p:xfrm>
          <a:off x="5813830" y="1787045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L0024</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ふくまめ</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34" name="角丸四角形吹き出し 433">
            <a:extLst>
              <a:ext uri="{FF2B5EF4-FFF2-40B4-BE49-F238E27FC236}">
                <a16:creationId xmlns:a16="http://schemas.microsoft.com/office/drawing/2014/main" id="{E354C19D-2218-1253-D088-9F1E0DC6E695}"/>
              </a:ext>
            </a:extLst>
          </p:cNvPr>
          <p:cNvSpPr/>
          <p:nvPr/>
        </p:nvSpPr>
        <p:spPr>
          <a:xfrm>
            <a:off x="1859946" y="17765621"/>
            <a:ext cx="3195045" cy="6876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お世話になります。劇場等はなかなか行けませんがラジオは毎週聴いてます！</a:t>
            </a:r>
            <a:endParaRPr lang="en-US" altLang="ja-JP" sz="1200" dirty="0">
              <a:solidFill>
                <a:sysClr val="windowText" lastClr="000000"/>
              </a:solidFill>
            </a:endParaRPr>
          </a:p>
          <a:p>
            <a:pPr algn="ctr"/>
            <a:r>
              <a:rPr lang="ja-JP" altLang="en-US" sz="1200">
                <a:solidFill>
                  <a:sysClr val="windowText" lastClr="000000"/>
                </a:solidFill>
              </a:rPr>
              <a:t>よろしくお願いします！</a:t>
            </a:r>
            <a:endParaRPr lang="en-US" altLang="ja-JP" sz="1200" dirty="0">
              <a:solidFill>
                <a:sysClr val="windowText" lastClr="000000"/>
              </a:solidFill>
            </a:endParaRPr>
          </a:p>
        </p:txBody>
      </p:sp>
      <p:graphicFrame>
        <p:nvGraphicFramePr>
          <p:cNvPr id="435" name="表 24">
            <a:extLst>
              <a:ext uri="{FF2B5EF4-FFF2-40B4-BE49-F238E27FC236}">
                <a16:creationId xmlns:a16="http://schemas.microsoft.com/office/drawing/2014/main" id="{9C3675AC-2032-739B-ADEA-E61230766DB0}"/>
              </a:ext>
            </a:extLst>
          </p:cNvPr>
          <p:cNvGraphicFramePr>
            <a:graphicFrameLocks noGrp="1"/>
          </p:cNvGraphicFramePr>
          <p:nvPr>
            <p:extLst>
              <p:ext uri="{D42A27DB-BD31-4B8C-83A1-F6EECF244321}">
                <p14:modId xmlns:p14="http://schemas.microsoft.com/office/powerpoint/2010/main" val="217529018"/>
              </p:ext>
            </p:extLst>
          </p:nvPr>
        </p:nvGraphicFramePr>
        <p:xfrm>
          <a:off x="5749353" y="18598829"/>
          <a:ext cx="1895391" cy="640080"/>
        </p:xfrm>
        <a:graphic>
          <a:graphicData uri="http://schemas.openxmlformats.org/drawingml/2006/table">
            <a:tbl>
              <a:tblPr firstRow="1" bandRow="1">
                <a:tableStyleId>{5C22544A-7EE6-4342-B048-85BDC9FD1C3A}</a:tableStyleId>
              </a:tblPr>
              <a:tblGrid>
                <a:gridCol w="737145">
                  <a:extLst>
                    <a:ext uri="{9D8B030D-6E8A-4147-A177-3AD203B41FA5}">
                      <a16:colId xmlns:a16="http://schemas.microsoft.com/office/drawing/2014/main" val="291495438"/>
                    </a:ext>
                  </a:extLst>
                </a:gridCol>
                <a:gridCol w="115824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L0025</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200" b="0">
                          <a:solidFill>
                            <a:schemeClr val="tx1"/>
                          </a:solidFill>
                        </a:rPr>
                        <a:t>ハッチ</a:t>
                      </a:r>
                      <a:endParaRPr lang="en-US" altLang="ja-JP" sz="1200" b="0" dirty="0">
                        <a:solidFill>
                          <a:schemeClr val="tx1"/>
                        </a:solidFill>
                      </a:endParaRPr>
                    </a:p>
                    <a:p>
                      <a:pPr algn="ctr"/>
                      <a:r>
                        <a:rPr lang="ja-JP" altLang="en-US" sz="1200" b="0">
                          <a:solidFill>
                            <a:schemeClr val="tx1"/>
                          </a:solidFill>
                        </a:rPr>
                        <a:t>スケッチの姉</a:t>
                      </a:r>
                      <a:endParaRPr lang="en-US" altLang="ja-JP" sz="1200" b="0" dirty="0">
                        <a:solidFill>
                          <a:schemeClr val="tx1"/>
                        </a:solidFill>
                      </a:endParaRPr>
                    </a:p>
                    <a:p>
                      <a:pPr algn="ctr"/>
                      <a:r>
                        <a:rPr lang="en-US" altLang="ja-JP" sz="1200" b="0" dirty="0">
                          <a:solidFill>
                            <a:schemeClr val="tx1"/>
                          </a:solidFill>
                        </a:rPr>
                        <a:t>35</a:t>
                      </a:r>
                      <a:r>
                        <a:rPr lang="ja-JP" altLang="en-US" sz="1200" b="0">
                          <a:solidFill>
                            <a:schemeClr val="tx1"/>
                          </a:solidFill>
                        </a:rPr>
                        <a:t>歳</a:t>
                      </a:r>
                      <a:endParaRPr lang="en-US" altLang="ja-JP"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36" name="角丸四角形吹き出し 435">
            <a:extLst>
              <a:ext uri="{FF2B5EF4-FFF2-40B4-BE49-F238E27FC236}">
                <a16:creationId xmlns:a16="http://schemas.microsoft.com/office/drawing/2014/main" id="{907DA26E-5FAC-0E5F-8751-23EAD6F6F77C}"/>
              </a:ext>
            </a:extLst>
          </p:cNvPr>
          <p:cNvSpPr/>
          <p:nvPr/>
        </p:nvSpPr>
        <p:spPr>
          <a:xfrm>
            <a:off x="1859946" y="1863540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ハッチスケッチの姉。婚活中！街中で芸人さんを見つけるのが得意です。</a:t>
            </a:r>
            <a:endParaRPr lang="en-US" altLang="ja-JP" sz="1400" dirty="0">
              <a:solidFill>
                <a:sysClr val="windowText" lastClr="000000"/>
              </a:solidFill>
            </a:endParaRPr>
          </a:p>
        </p:txBody>
      </p:sp>
      <p:graphicFrame>
        <p:nvGraphicFramePr>
          <p:cNvPr id="437" name="表 24">
            <a:extLst>
              <a:ext uri="{FF2B5EF4-FFF2-40B4-BE49-F238E27FC236}">
                <a16:creationId xmlns:a16="http://schemas.microsoft.com/office/drawing/2014/main" id="{6CF22A3C-1628-CB25-4CA7-497D763E7FCF}"/>
              </a:ext>
            </a:extLst>
          </p:cNvPr>
          <p:cNvGraphicFramePr>
            <a:graphicFrameLocks noGrp="1"/>
          </p:cNvGraphicFramePr>
          <p:nvPr>
            <p:extLst>
              <p:ext uri="{D42A27DB-BD31-4B8C-83A1-F6EECF244321}">
                <p14:modId xmlns:p14="http://schemas.microsoft.com/office/powerpoint/2010/main" val="3929401885"/>
              </p:ext>
            </p:extLst>
          </p:nvPr>
        </p:nvGraphicFramePr>
        <p:xfrm>
          <a:off x="19467960" y="192156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L0083</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けいこ</a:t>
                      </a:r>
                      <a:endParaRPr lang="en-US" altLang="ja-JP" sz="1400" b="0" dirty="0">
                        <a:solidFill>
                          <a:schemeClr val="tx1"/>
                        </a:solidFill>
                      </a:endParaRP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43" name="表 24">
            <a:extLst>
              <a:ext uri="{FF2B5EF4-FFF2-40B4-BE49-F238E27FC236}">
                <a16:creationId xmlns:a16="http://schemas.microsoft.com/office/drawing/2014/main" id="{E78288AB-3DFA-A91F-86C6-2040848BED87}"/>
              </a:ext>
            </a:extLst>
          </p:cNvPr>
          <p:cNvGraphicFramePr>
            <a:graphicFrameLocks noGrp="1"/>
          </p:cNvGraphicFramePr>
          <p:nvPr>
            <p:extLst>
              <p:ext uri="{D42A27DB-BD31-4B8C-83A1-F6EECF244321}">
                <p14:modId xmlns:p14="http://schemas.microsoft.com/office/powerpoint/2010/main" val="1627365578"/>
              </p:ext>
            </p:extLst>
          </p:nvPr>
        </p:nvGraphicFramePr>
        <p:xfrm>
          <a:off x="12577808" y="577556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L0048</a:t>
                      </a:r>
                    </a:p>
                    <a:p>
                      <a:pPr algn="ctr"/>
                      <a:r>
                        <a:rPr kumimoji="1" lang="ja-JP" altLang="en-US" sz="1300" b="0">
                          <a:solidFill>
                            <a:schemeClr val="tx1"/>
                          </a:solidFill>
                        </a:rPr>
                        <a:t>奈良県</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E"/>
                    </a:solidFill>
                  </a:tcPr>
                </a:tc>
                <a:tc>
                  <a:txBody>
                    <a:bodyPr/>
                    <a:lstStyle/>
                    <a:p>
                      <a:pPr algn="ctr"/>
                      <a:r>
                        <a:rPr lang="ja-JP" altLang="en-US" sz="1400" b="0">
                          <a:solidFill>
                            <a:schemeClr val="tx1"/>
                          </a:solidFill>
                        </a:rPr>
                        <a:t>りさいくる</a:t>
                      </a:r>
                      <a:endParaRPr lang="en-US" altLang="ja-JP" sz="1400" b="0" dirty="0">
                        <a:solidFill>
                          <a:schemeClr val="tx1"/>
                        </a:solidFill>
                      </a:endParaRPr>
                    </a:p>
                    <a:p>
                      <a:pPr algn="ctr"/>
                      <a:r>
                        <a:rPr lang="en-US" altLang="ja-JP" sz="1400" b="0" dirty="0">
                          <a:solidFill>
                            <a:schemeClr val="tx1"/>
                          </a:solidFill>
                        </a:rPr>
                        <a:t>27</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44" name="角丸四角形吹き出し 443">
            <a:extLst>
              <a:ext uri="{FF2B5EF4-FFF2-40B4-BE49-F238E27FC236}">
                <a16:creationId xmlns:a16="http://schemas.microsoft.com/office/drawing/2014/main" id="{A14FB45D-0FA3-0EEE-885F-CE858CBB2CED}"/>
              </a:ext>
            </a:extLst>
          </p:cNvPr>
          <p:cNvSpPr/>
          <p:nvPr/>
        </p:nvSpPr>
        <p:spPr>
          <a:xfrm>
            <a:off x="8617481" y="571877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煩塊初回から全て聞いてます！若いような</a:t>
            </a:r>
            <a:endParaRPr lang="en-US" altLang="ja-JP" sz="1100" dirty="0">
              <a:solidFill>
                <a:sysClr val="windowText" lastClr="000000"/>
              </a:solidFill>
            </a:endParaRPr>
          </a:p>
          <a:p>
            <a:pPr algn="ctr"/>
            <a:r>
              <a:rPr lang="ja-JP" altLang="en-US" sz="1100">
                <a:solidFill>
                  <a:sysClr val="windowText" lastClr="000000"/>
                </a:solidFill>
              </a:rPr>
              <a:t>若くないような年齢ですがよろしくお願いします</a:t>
            </a:r>
            <a:endParaRPr lang="en-US" altLang="ja-JP" sz="1100" dirty="0">
              <a:solidFill>
                <a:sysClr val="windowText" lastClr="000000"/>
              </a:solidFill>
            </a:endParaRPr>
          </a:p>
        </p:txBody>
      </p:sp>
      <p:graphicFrame>
        <p:nvGraphicFramePr>
          <p:cNvPr id="445" name="表 24">
            <a:extLst>
              <a:ext uri="{FF2B5EF4-FFF2-40B4-BE49-F238E27FC236}">
                <a16:creationId xmlns:a16="http://schemas.microsoft.com/office/drawing/2014/main" id="{E4EB78C3-A681-EF30-B71D-CEAD2A7E0496}"/>
              </a:ext>
            </a:extLst>
          </p:cNvPr>
          <p:cNvGraphicFramePr>
            <a:graphicFrameLocks noGrp="1"/>
          </p:cNvGraphicFramePr>
          <p:nvPr>
            <p:extLst>
              <p:ext uri="{D42A27DB-BD31-4B8C-83A1-F6EECF244321}">
                <p14:modId xmlns:p14="http://schemas.microsoft.com/office/powerpoint/2010/main" val="1942425535"/>
              </p:ext>
            </p:extLst>
          </p:nvPr>
        </p:nvGraphicFramePr>
        <p:xfrm>
          <a:off x="12577808" y="646801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L0049</a:t>
                      </a:r>
                    </a:p>
                    <a:p>
                      <a:pPr algn="ctr"/>
                      <a:r>
                        <a:rPr kumimoji="1" lang="ja-JP" altLang="en-US" sz="1400" b="0">
                          <a:solidFill>
                            <a:schemeClr val="tx1"/>
                          </a:solidFill>
                        </a:rPr>
                        <a:t>姫路市</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5C7E8"/>
                    </a:solidFill>
                  </a:tcPr>
                </a:tc>
                <a:tc>
                  <a:txBody>
                    <a:bodyPr/>
                    <a:lstStyle/>
                    <a:p>
                      <a:pPr algn="ctr"/>
                      <a:r>
                        <a:rPr lang="ja-JP" altLang="en-US" sz="1400" b="0">
                          <a:solidFill>
                            <a:schemeClr val="tx1"/>
                          </a:solidFill>
                        </a:rPr>
                        <a:t>ココロン</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46" name="角丸四角形吹き出し 445">
            <a:extLst>
              <a:ext uri="{FF2B5EF4-FFF2-40B4-BE49-F238E27FC236}">
                <a16:creationId xmlns:a16="http://schemas.microsoft.com/office/drawing/2014/main" id="{B920E248-F151-0EC4-AB1D-9B097E7B8E22}"/>
              </a:ext>
            </a:extLst>
          </p:cNvPr>
          <p:cNvSpPr/>
          <p:nvPr/>
        </p:nvSpPr>
        <p:spPr>
          <a:xfrm>
            <a:off x="8617481" y="6397584"/>
            <a:ext cx="3195045" cy="678994"/>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この度はお世話になります。この歳で</a:t>
            </a:r>
            <a:endParaRPr lang="en-US" altLang="ja-JP" sz="1200" dirty="0">
              <a:solidFill>
                <a:sysClr val="windowText" lastClr="000000"/>
              </a:solidFill>
            </a:endParaRPr>
          </a:p>
          <a:p>
            <a:pPr algn="ctr"/>
            <a:r>
              <a:rPr lang="ja-JP" altLang="en-US" sz="1200">
                <a:solidFill>
                  <a:sysClr val="windowText" lastClr="000000"/>
                </a:solidFill>
              </a:rPr>
              <a:t>こんな素敵な日々の楽しみが出来て</a:t>
            </a:r>
            <a:endParaRPr lang="en-US" altLang="ja-JP" sz="1200" dirty="0">
              <a:solidFill>
                <a:sysClr val="windowText" lastClr="000000"/>
              </a:solidFill>
            </a:endParaRPr>
          </a:p>
          <a:p>
            <a:pPr algn="ctr"/>
            <a:r>
              <a:rPr lang="ja-JP" altLang="en-US" sz="1200">
                <a:solidFill>
                  <a:sysClr val="windowText" lastClr="000000"/>
                </a:solidFill>
              </a:rPr>
              <a:t>嬉しいです。よろしくお願いします。</a:t>
            </a:r>
            <a:endParaRPr lang="en-US" altLang="ja-JP" sz="1200" dirty="0">
              <a:solidFill>
                <a:sysClr val="windowText" lastClr="000000"/>
              </a:solidFill>
            </a:endParaRPr>
          </a:p>
        </p:txBody>
      </p:sp>
      <p:graphicFrame>
        <p:nvGraphicFramePr>
          <p:cNvPr id="447" name="表 24">
            <a:extLst>
              <a:ext uri="{FF2B5EF4-FFF2-40B4-BE49-F238E27FC236}">
                <a16:creationId xmlns:a16="http://schemas.microsoft.com/office/drawing/2014/main" id="{E3CAC02D-85F6-1B1C-A9CE-C8ADB70AC6F3}"/>
              </a:ext>
            </a:extLst>
          </p:cNvPr>
          <p:cNvGraphicFramePr>
            <a:graphicFrameLocks noGrp="1"/>
          </p:cNvGraphicFramePr>
          <p:nvPr>
            <p:extLst>
              <p:ext uri="{D42A27DB-BD31-4B8C-83A1-F6EECF244321}">
                <p14:modId xmlns:p14="http://schemas.microsoft.com/office/powerpoint/2010/main" val="1317363396"/>
              </p:ext>
            </p:extLst>
          </p:nvPr>
        </p:nvGraphicFramePr>
        <p:xfrm>
          <a:off x="12577808" y="725217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0">
                <a:tc>
                  <a:txBody>
                    <a:bodyPr/>
                    <a:lstStyle/>
                    <a:p>
                      <a:pPr algn="ctr"/>
                      <a:r>
                        <a:rPr kumimoji="1" lang="en-US" altLang="ja-JP" sz="1400" b="0" dirty="0">
                          <a:solidFill>
                            <a:schemeClr val="tx1"/>
                          </a:solidFill>
                        </a:rPr>
                        <a:t>L0050</a:t>
                      </a:r>
                    </a:p>
                    <a:p>
                      <a:pPr algn="ctr"/>
                      <a:r>
                        <a:rPr kumimoji="1" lang="ja-JP" altLang="en-US" sz="1400" b="0">
                          <a:solidFill>
                            <a:schemeClr val="tx1"/>
                          </a:solidFill>
                        </a:rPr>
                        <a:t>大阪市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9AA"/>
                    </a:solidFill>
                  </a:tcPr>
                </a:tc>
                <a:tc>
                  <a:txBody>
                    <a:bodyPr/>
                    <a:lstStyle/>
                    <a:p>
                      <a:pPr algn="ctr"/>
                      <a:r>
                        <a:rPr lang="ja-JP" altLang="en-US" sz="1400" b="0">
                          <a:solidFill>
                            <a:schemeClr val="tx1"/>
                          </a:solidFill>
                        </a:rPr>
                        <a:t>ゆりり</a:t>
                      </a:r>
                      <a:endParaRPr lang="en-US" altLang="ja-JP" sz="1400" b="0" dirty="0">
                        <a:solidFill>
                          <a:schemeClr val="tx1"/>
                        </a:solidFill>
                      </a:endParaRPr>
                    </a:p>
                    <a:p>
                      <a:pPr algn="ctr"/>
                      <a:r>
                        <a:rPr lang="ja-JP" altLang="en-US" sz="1400" b="0">
                          <a:solidFill>
                            <a:schemeClr val="tx1"/>
                          </a:solidFill>
                        </a:rPr>
                        <a:t>還暦です😊</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48" name="角丸四角形吹き出し 447">
            <a:extLst>
              <a:ext uri="{FF2B5EF4-FFF2-40B4-BE49-F238E27FC236}">
                <a16:creationId xmlns:a16="http://schemas.microsoft.com/office/drawing/2014/main" id="{20D7A074-0CAC-8F86-D8A9-8ABAF7290715}"/>
              </a:ext>
            </a:extLst>
          </p:cNvPr>
          <p:cNvSpPr/>
          <p:nvPr/>
        </p:nvSpPr>
        <p:spPr>
          <a:xfrm>
            <a:off x="8617481" y="727773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初めまして、入会希望です。漫才を愛してやまないので、同じような方とお話ししたいです❤️</a:t>
            </a:r>
            <a:endParaRPr lang="en-US" altLang="ja-JP" sz="1100" dirty="0">
              <a:solidFill>
                <a:sysClr val="windowText" lastClr="000000"/>
              </a:solidFill>
            </a:endParaRPr>
          </a:p>
        </p:txBody>
      </p:sp>
      <p:graphicFrame>
        <p:nvGraphicFramePr>
          <p:cNvPr id="449" name="表 24">
            <a:extLst>
              <a:ext uri="{FF2B5EF4-FFF2-40B4-BE49-F238E27FC236}">
                <a16:creationId xmlns:a16="http://schemas.microsoft.com/office/drawing/2014/main" id="{B78B8628-1197-5A35-5D05-9F21E16AA9C3}"/>
              </a:ext>
            </a:extLst>
          </p:cNvPr>
          <p:cNvGraphicFramePr>
            <a:graphicFrameLocks noGrp="1"/>
          </p:cNvGraphicFramePr>
          <p:nvPr>
            <p:extLst>
              <p:ext uri="{D42A27DB-BD31-4B8C-83A1-F6EECF244321}">
                <p14:modId xmlns:p14="http://schemas.microsoft.com/office/powerpoint/2010/main" val="1297016640"/>
              </p:ext>
            </p:extLst>
          </p:nvPr>
        </p:nvGraphicFramePr>
        <p:xfrm>
          <a:off x="12604166" y="2476151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L0073</a:t>
                      </a:r>
                    </a:p>
                    <a:p>
                      <a:pPr algn="ctr"/>
                      <a:r>
                        <a:rPr kumimoji="1" lang="ja-JP" altLang="en-US" sz="1400" b="0">
                          <a:solidFill>
                            <a:schemeClr val="tx1"/>
                          </a:solidFill>
                        </a:rPr>
                        <a:t>神戸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きなひろ</a:t>
                      </a:r>
                      <a:endParaRPr lang="en-US" altLang="ja-JP" sz="1400" b="0" dirty="0">
                        <a:solidFill>
                          <a:schemeClr val="tx1"/>
                        </a:solidFill>
                      </a:endParaRPr>
                    </a:p>
                    <a:p>
                      <a:pPr algn="ctr"/>
                      <a:r>
                        <a:rPr lang="en-US" altLang="ja-JP" sz="1400" b="0" dirty="0">
                          <a:solidFill>
                            <a:schemeClr val="tx1"/>
                          </a:solidFill>
                        </a:rPr>
                        <a:t>54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50" name="角丸四角形吹き出し 449">
            <a:extLst>
              <a:ext uri="{FF2B5EF4-FFF2-40B4-BE49-F238E27FC236}">
                <a16:creationId xmlns:a16="http://schemas.microsoft.com/office/drawing/2014/main" id="{3A1E1745-83B4-4814-95C1-B3074277992E}"/>
              </a:ext>
            </a:extLst>
          </p:cNvPr>
          <p:cNvSpPr/>
          <p:nvPr/>
        </p:nvSpPr>
        <p:spPr>
          <a:xfrm>
            <a:off x="8714765" y="2470471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お笑い大好き保育士です。駒場ベビちゃんの成長を見守ってます。</a:t>
            </a:r>
            <a:endParaRPr lang="en-US" altLang="ja-JP" sz="1400" dirty="0">
              <a:solidFill>
                <a:sysClr val="windowText" lastClr="000000"/>
              </a:solidFill>
            </a:endParaRPr>
          </a:p>
        </p:txBody>
      </p:sp>
      <p:graphicFrame>
        <p:nvGraphicFramePr>
          <p:cNvPr id="451" name="表 24">
            <a:extLst>
              <a:ext uri="{FF2B5EF4-FFF2-40B4-BE49-F238E27FC236}">
                <a16:creationId xmlns:a16="http://schemas.microsoft.com/office/drawing/2014/main" id="{34CA53D2-BE8A-4A7F-E573-CEE93A11DD2A}"/>
              </a:ext>
            </a:extLst>
          </p:cNvPr>
          <p:cNvGraphicFramePr>
            <a:graphicFrameLocks noGrp="1"/>
          </p:cNvGraphicFramePr>
          <p:nvPr>
            <p:extLst>
              <p:ext uri="{D42A27DB-BD31-4B8C-83A1-F6EECF244321}">
                <p14:modId xmlns:p14="http://schemas.microsoft.com/office/powerpoint/2010/main" val="1154870864"/>
              </p:ext>
            </p:extLst>
          </p:nvPr>
        </p:nvGraphicFramePr>
        <p:xfrm>
          <a:off x="12604166" y="2549873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L0074</a:t>
                      </a:r>
                    </a:p>
                    <a:p>
                      <a:pPr algn="ctr"/>
                      <a:r>
                        <a:rPr kumimoji="1" lang="ja-JP" altLang="en-US" sz="1400" b="0">
                          <a:solidFill>
                            <a:schemeClr val="bg1"/>
                          </a:solidFill>
                        </a:rPr>
                        <a:t>愛知</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ともこ</a:t>
                      </a:r>
                      <a:endParaRPr lang="en-US" altLang="ja-JP" sz="1400" b="0" dirty="0">
                        <a:solidFill>
                          <a:schemeClr val="tx1"/>
                        </a:solidFill>
                      </a:endParaRPr>
                    </a:p>
                    <a:p>
                      <a:pPr algn="ct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52" name="角丸四角形吹き出し 451">
            <a:extLst>
              <a:ext uri="{FF2B5EF4-FFF2-40B4-BE49-F238E27FC236}">
                <a16:creationId xmlns:a16="http://schemas.microsoft.com/office/drawing/2014/main" id="{989E666F-A3A9-C33B-2266-CBFDB094A49E}"/>
              </a:ext>
            </a:extLst>
          </p:cNvPr>
          <p:cNvSpPr/>
          <p:nvPr/>
        </p:nvSpPr>
        <p:spPr>
          <a:xfrm>
            <a:off x="8714765" y="2545743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ほんまにあると思ってませんでした、かずこの会。わーい</a:t>
            </a:r>
            <a:r>
              <a:rPr lang="en-US" altLang="ja-JP" sz="1400" dirty="0">
                <a:solidFill>
                  <a:sysClr val="windowText" lastClr="000000"/>
                </a:solidFill>
              </a:rPr>
              <a:t>🤗</a:t>
            </a:r>
          </a:p>
        </p:txBody>
      </p:sp>
      <p:graphicFrame>
        <p:nvGraphicFramePr>
          <p:cNvPr id="5" name="表 24">
            <a:extLst>
              <a:ext uri="{FF2B5EF4-FFF2-40B4-BE49-F238E27FC236}">
                <a16:creationId xmlns:a16="http://schemas.microsoft.com/office/drawing/2014/main" id="{575511A1-56AD-6858-2CF8-F6A0B0701731}"/>
              </a:ext>
            </a:extLst>
          </p:cNvPr>
          <p:cNvGraphicFramePr>
            <a:graphicFrameLocks noGrp="1"/>
          </p:cNvGraphicFramePr>
          <p:nvPr>
            <p:extLst>
              <p:ext uri="{D42A27DB-BD31-4B8C-83A1-F6EECF244321}">
                <p14:modId xmlns:p14="http://schemas.microsoft.com/office/powerpoint/2010/main" val="2822108586"/>
              </p:ext>
            </p:extLst>
          </p:nvPr>
        </p:nvGraphicFramePr>
        <p:xfrm>
          <a:off x="5813830" y="1713038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L0023</a:t>
                      </a:r>
                    </a:p>
                    <a:p>
                      <a:pPr algn="ctr"/>
                      <a:r>
                        <a:rPr kumimoji="1" lang="ja-JP" altLang="en-US" sz="1400" b="0">
                          <a:solidFill>
                            <a:schemeClr val="tx1"/>
                          </a:solidFill>
                        </a:rPr>
                        <a:t>大阪市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一子の妹</a:t>
                      </a:r>
                      <a:endParaRPr lang="en-US" altLang="ja-JP" sz="1400" b="0" dirty="0">
                        <a:solidFill>
                          <a:schemeClr val="tx1"/>
                        </a:solidFill>
                      </a:endParaRPr>
                    </a:p>
                    <a:p>
                      <a:pPr algn="ctr"/>
                      <a:r>
                        <a:rPr lang="en-US" altLang="ja-JP" sz="1400" b="0" dirty="0">
                          <a:solidFill>
                            <a:schemeClr val="tx1"/>
                          </a:solidFill>
                        </a:rPr>
                        <a:t>60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9" name="角丸四角形吹き出し 8">
            <a:extLst>
              <a:ext uri="{FF2B5EF4-FFF2-40B4-BE49-F238E27FC236}">
                <a16:creationId xmlns:a16="http://schemas.microsoft.com/office/drawing/2014/main" id="{3EB55524-8D76-DBB5-7171-2929EF92CAC0}"/>
              </a:ext>
            </a:extLst>
          </p:cNvPr>
          <p:cNvSpPr/>
          <p:nvPr/>
        </p:nvSpPr>
        <p:spPr>
          <a:xfrm>
            <a:off x="15551322" y="8823101"/>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サイレントリスナーですが、</a:t>
            </a:r>
            <a:endParaRPr lang="en-US" altLang="ja-JP" sz="1400" dirty="0">
              <a:solidFill>
                <a:sysClr val="windowText" lastClr="000000"/>
              </a:solidFill>
            </a:endParaRPr>
          </a:p>
          <a:p>
            <a:pPr algn="ctr"/>
            <a:r>
              <a:rPr lang="ja-JP" altLang="en-US" sz="1400">
                <a:solidFill>
                  <a:sysClr val="windowText" lastClr="000000"/>
                </a:solidFill>
              </a:rPr>
              <a:t>かずこの会入会希望です。</a:t>
            </a:r>
            <a:endParaRPr lang="en-US" altLang="ja-JP" sz="1400" dirty="0">
              <a:solidFill>
                <a:sysClr val="windowText" lastClr="000000"/>
              </a:solidFill>
            </a:endParaRPr>
          </a:p>
        </p:txBody>
      </p:sp>
      <p:graphicFrame>
        <p:nvGraphicFramePr>
          <p:cNvPr id="455" name="表 24">
            <a:extLst>
              <a:ext uri="{FF2B5EF4-FFF2-40B4-BE49-F238E27FC236}">
                <a16:creationId xmlns:a16="http://schemas.microsoft.com/office/drawing/2014/main" id="{394ACB8F-2465-B6F5-0A12-7F42EAAB8976}"/>
              </a:ext>
            </a:extLst>
          </p:cNvPr>
          <p:cNvGraphicFramePr>
            <a:graphicFrameLocks noGrp="1"/>
          </p:cNvGraphicFramePr>
          <p:nvPr>
            <p:extLst>
              <p:ext uri="{D42A27DB-BD31-4B8C-83A1-F6EECF244321}">
                <p14:modId xmlns:p14="http://schemas.microsoft.com/office/powerpoint/2010/main" val="2634167406"/>
              </p:ext>
            </p:extLst>
          </p:nvPr>
        </p:nvGraphicFramePr>
        <p:xfrm>
          <a:off x="19440723" y="881688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L0092</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めぐこ</a:t>
                      </a:r>
                      <a:endParaRPr lang="en-US" altLang="ja-JP" sz="1400" b="0" dirty="0">
                        <a:solidFill>
                          <a:schemeClr val="tx1"/>
                        </a:solidFill>
                      </a:endParaRPr>
                    </a:p>
                    <a:p>
                      <a:pPr algn="ctr"/>
                      <a:r>
                        <a:rPr lang="en-US" altLang="ja-JP" sz="1400" b="0" dirty="0">
                          <a:solidFill>
                            <a:schemeClr val="tx1"/>
                          </a:solidFill>
                        </a:rPr>
                        <a:t>42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56" name="角丸四角形吹き出し 455">
            <a:extLst>
              <a:ext uri="{FF2B5EF4-FFF2-40B4-BE49-F238E27FC236}">
                <a16:creationId xmlns:a16="http://schemas.microsoft.com/office/drawing/2014/main" id="{CF03688D-1135-2736-EFD8-968D7E19A914}"/>
              </a:ext>
            </a:extLst>
          </p:cNvPr>
          <p:cNvSpPr/>
          <p:nvPr/>
        </p:nvSpPr>
        <p:spPr>
          <a:xfrm>
            <a:off x="15551322" y="9565441"/>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ボンカタレギュラー前から全聴取してます！勇気を出して入会希望！</a:t>
            </a:r>
            <a:endParaRPr lang="en-US" altLang="ja-JP" sz="1400" dirty="0">
              <a:solidFill>
                <a:sysClr val="windowText" lastClr="000000"/>
              </a:solidFill>
            </a:endParaRPr>
          </a:p>
        </p:txBody>
      </p:sp>
      <p:graphicFrame>
        <p:nvGraphicFramePr>
          <p:cNvPr id="459" name="表 24">
            <a:extLst>
              <a:ext uri="{FF2B5EF4-FFF2-40B4-BE49-F238E27FC236}">
                <a16:creationId xmlns:a16="http://schemas.microsoft.com/office/drawing/2014/main" id="{7646F4E4-54B8-696F-1094-48E8B3E1C951}"/>
              </a:ext>
            </a:extLst>
          </p:cNvPr>
          <p:cNvGraphicFramePr>
            <a:graphicFrameLocks noGrp="1"/>
          </p:cNvGraphicFramePr>
          <p:nvPr>
            <p:extLst>
              <p:ext uri="{D42A27DB-BD31-4B8C-83A1-F6EECF244321}">
                <p14:modId xmlns:p14="http://schemas.microsoft.com/office/powerpoint/2010/main" val="3630702491"/>
              </p:ext>
            </p:extLst>
          </p:nvPr>
        </p:nvGraphicFramePr>
        <p:xfrm>
          <a:off x="19440723" y="955912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L0093</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あゆみ</a:t>
                      </a:r>
                      <a:endParaRPr lang="en-US" altLang="ja-JP" sz="1400" b="0" dirty="0">
                        <a:solidFill>
                          <a:schemeClr val="tx1"/>
                        </a:solidFill>
                      </a:endParaRPr>
                    </a:p>
                    <a:p>
                      <a:pPr algn="ctr"/>
                      <a:r>
                        <a:rPr lang="en-US" altLang="ja-JP" sz="1400" b="0" dirty="0">
                          <a:solidFill>
                            <a:schemeClr val="tx1"/>
                          </a:solidFill>
                        </a:rPr>
                        <a:t>36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60" name="角丸四角形吹き出し 459">
            <a:extLst>
              <a:ext uri="{FF2B5EF4-FFF2-40B4-BE49-F238E27FC236}">
                <a16:creationId xmlns:a16="http://schemas.microsoft.com/office/drawing/2014/main" id="{B4E55767-CAB7-C0F8-837E-1B77923E11F0}"/>
              </a:ext>
            </a:extLst>
          </p:cNvPr>
          <p:cNvSpPr/>
          <p:nvPr/>
        </p:nvSpPr>
        <p:spPr>
          <a:xfrm>
            <a:off x="15551322" y="1029990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はじめまして。</a:t>
            </a:r>
            <a:endParaRPr lang="en-US" altLang="ja-JP" sz="1400" dirty="0">
              <a:solidFill>
                <a:sysClr val="windowText" lastClr="000000"/>
              </a:solidFill>
            </a:endParaRPr>
          </a:p>
          <a:p>
            <a:pPr algn="ctr"/>
            <a:r>
              <a:rPr lang="ja-JP" altLang="en-US" sz="1400">
                <a:solidFill>
                  <a:sysClr val="windowText" lastClr="000000"/>
                </a:solidFill>
              </a:rPr>
              <a:t>どうぞよろしくお願いします。</a:t>
            </a:r>
            <a:endParaRPr lang="en-US" altLang="ja-JP" sz="1400" dirty="0">
              <a:solidFill>
                <a:sysClr val="windowText" lastClr="000000"/>
              </a:solidFill>
            </a:endParaRPr>
          </a:p>
        </p:txBody>
      </p:sp>
      <p:graphicFrame>
        <p:nvGraphicFramePr>
          <p:cNvPr id="462" name="表 24">
            <a:extLst>
              <a:ext uri="{FF2B5EF4-FFF2-40B4-BE49-F238E27FC236}">
                <a16:creationId xmlns:a16="http://schemas.microsoft.com/office/drawing/2014/main" id="{D8EA4D2A-346C-6BDC-1A51-B9CE34074A73}"/>
              </a:ext>
            </a:extLst>
          </p:cNvPr>
          <p:cNvGraphicFramePr>
            <a:graphicFrameLocks noGrp="1"/>
          </p:cNvGraphicFramePr>
          <p:nvPr>
            <p:extLst>
              <p:ext uri="{D42A27DB-BD31-4B8C-83A1-F6EECF244321}">
                <p14:modId xmlns:p14="http://schemas.microsoft.com/office/powerpoint/2010/main" val="1258803406"/>
              </p:ext>
            </p:extLst>
          </p:nvPr>
        </p:nvGraphicFramePr>
        <p:xfrm>
          <a:off x="19440723" y="1029886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L0094</a:t>
                      </a:r>
                    </a:p>
                    <a:p>
                      <a:pPr algn="ctr"/>
                      <a:r>
                        <a:rPr kumimoji="1" lang="ja-JP" altLang="en-US" sz="1400" b="0">
                          <a:solidFill>
                            <a:schemeClr val="tx1"/>
                          </a:solidFill>
                        </a:rPr>
                        <a:t>大阪市</a:t>
                      </a:r>
                      <a:endParaRPr kumimoji="1" lang="en-US" altLang="ja-JP" sz="1400" b="0" dirty="0">
                        <a:solidFill>
                          <a:schemeClr val="tx1"/>
                        </a:solidFil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マーキュリー</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63" name="角丸四角形吹き出し 462">
            <a:extLst>
              <a:ext uri="{FF2B5EF4-FFF2-40B4-BE49-F238E27FC236}">
                <a16:creationId xmlns:a16="http://schemas.microsoft.com/office/drawing/2014/main" id="{D7672A46-D715-A776-79D6-54CBCDB2754D}"/>
              </a:ext>
            </a:extLst>
          </p:cNvPr>
          <p:cNvSpPr/>
          <p:nvPr/>
        </p:nvSpPr>
        <p:spPr>
          <a:xfrm>
            <a:off x="15551322" y="1103436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内海さんのハレンチ、駒場さんのクリーンさ、大好きです！</a:t>
            </a:r>
            <a:endParaRPr lang="en-US" altLang="ja-JP" sz="1400" dirty="0">
              <a:solidFill>
                <a:sysClr val="windowText" lastClr="000000"/>
              </a:solidFill>
            </a:endParaRPr>
          </a:p>
        </p:txBody>
      </p:sp>
      <p:graphicFrame>
        <p:nvGraphicFramePr>
          <p:cNvPr id="465" name="表 24">
            <a:extLst>
              <a:ext uri="{FF2B5EF4-FFF2-40B4-BE49-F238E27FC236}">
                <a16:creationId xmlns:a16="http://schemas.microsoft.com/office/drawing/2014/main" id="{863048FF-1BDB-4307-B648-082B86DCCBF8}"/>
              </a:ext>
            </a:extLst>
          </p:cNvPr>
          <p:cNvGraphicFramePr>
            <a:graphicFrameLocks noGrp="1"/>
          </p:cNvGraphicFramePr>
          <p:nvPr>
            <p:extLst>
              <p:ext uri="{D42A27DB-BD31-4B8C-83A1-F6EECF244321}">
                <p14:modId xmlns:p14="http://schemas.microsoft.com/office/powerpoint/2010/main" val="1527309945"/>
              </p:ext>
            </p:extLst>
          </p:nvPr>
        </p:nvGraphicFramePr>
        <p:xfrm>
          <a:off x="19473255" y="1103030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L0095</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しーちゃん</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66" name="角丸四角形吹き出し 465">
            <a:extLst>
              <a:ext uri="{FF2B5EF4-FFF2-40B4-BE49-F238E27FC236}">
                <a16:creationId xmlns:a16="http://schemas.microsoft.com/office/drawing/2014/main" id="{6F4C419C-D3F2-0410-BF43-ACED04DE6AF6}"/>
              </a:ext>
            </a:extLst>
          </p:cNvPr>
          <p:cNvSpPr/>
          <p:nvPr/>
        </p:nvSpPr>
        <p:spPr>
          <a:xfrm>
            <a:off x="15551322" y="11788496"/>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大阪生まれの鎌倉市在住です。</a:t>
            </a:r>
            <a:endParaRPr lang="en-US" altLang="ja-JP" sz="1400" dirty="0">
              <a:solidFill>
                <a:sysClr val="windowText" lastClr="000000"/>
              </a:solidFill>
            </a:endParaRPr>
          </a:p>
        </p:txBody>
      </p:sp>
      <p:graphicFrame>
        <p:nvGraphicFramePr>
          <p:cNvPr id="467" name="表 24">
            <a:extLst>
              <a:ext uri="{FF2B5EF4-FFF2-40B4-BE49-F238E27FC236}">
                <a16:creationId xmlns:a16="http://schemas.microsoft.com/office/drawing/2014/main" id="{E688D10A-3E66-66E5-2147-0BF36AA576FD}"/>
              </a:ext>
            </a:extLst>
          </p:cNvPr>
          <p:cNvGraphicFramePr>
            <a:graphicFrameLocks noGrp="1"/>
          </p:cNvGraphicFramePr>
          <p:nvPr>
            <p:extLst>
              <p:ext uri="{D42A27DB-BD31-4B8C-83A1-F6EECF244321}">
                <p14:modId xmlns:p14="http://schemas.microsoft.com/office/powerpoint/2010/main" val="3992447284"/>
              </p:ext>
            </p:extLst>
          </p:nvPr>
        </p:nvGraphicFramePr>
        <p:xfrm>
          <a:off x="19440723" y="1176239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L0096</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政子</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68" name="角丸四角形吹き出し 467">
            <a:extLst>
              <a:ext uri="{FF2B5EF4-FFF2-40B4-BE49-F238E27FC236}">
                <a16:creationId xmlns:a16="http://schemas.microsoft.com/office/drawing/2014/main" id="{1BE3A130-5163-3FCB-7172-B0CE2779F37B}"/>
              </a:ext>
            </a:extLst>
          </p:cNvPr>
          <p:cNvSpPr/>
          <p:nvPr/>
        </p:nvSpPr>
        <p:spPr>
          <a:xfrm>
            <a:off x="15551322" y="1251096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いつか生ミルクボーイさんに会いに行きたいです。</a:t>
            </a:r>
            <a:endParaRPr lang="en-US" altLang="ja-JP" sz="1400" dirty="0">
              <a:solidFill>
                <a:sysClr val="windowText" lastClr="000000"/>
              </a:solidFill>
            </a:endParaRPr>
          </a:p>
        </p:txBody>
      </p:sp>
      <p:graphicFrame>
        <p:nvGraphicFramePr>
          <p:cNvPr id="469" name="表 24">
            <a:extLst>
              <a:ext uri="{FF2B5EF4-FFF2-40B4-BE49-F238E27FC236}">
                <a16:creationId xmlns:a16="http://schemas.microsoft.com/office/drawing/2014/main" id="{3EDFA56F-FA0B-5A29-05F0-8A77DB1A9F35}"/>
              </a:ext>
            </a:extLst>
          </p:cNvPr>
          <p:cNvGraphicFramePr>
            <a:graphicFrameLocks noGrp="1"/>
          </p:cNvGraphicFramePr>
          <p:nvPr>
            <p:extLst>
              <p:ext uri="{D42A27DB-BD31-4B8C-83A1-F6EECF244321}">
                <p14:modId xmlns:p14="http://schemas.microsoft.com/office/powerpoint/2010/main" val="1151252974"/>
              </p:ext>
            </p:extLst>
          </p:nvPr>
        </p:nvGraphicFramePr>
        <p:xfrm>
          <a:off x="19440723" y="1250474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L0097</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ひろこ</a:t>
                      </a:r>
                      <a:endParaRPr lang="en-US" altLang="ja-JP" sz="1400" b="0" dirty="0">
                        <a:solidFill>
                          <a:schemeClr val="tx1"/>
                        </a:solidFill>
                      </a:endParaRPr>
                    </a:p>
                    <a:p>
                      <a:pPr algn="ctr"/>
                      <a:r>
                        <a:rPr lang="en-US" altLang="ja-JP" sz="1400" b="0" dirty="0">
                          <a:solidFill>
                            <a:schemeClr val="tx1"/>
                          </a:solidFill>
                        </a:rPr>
                        <a:t>34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70" name="角丸四角形吹き出し 469">
            <a:extLst>
              <a:ext uri="{FF2B5EF4-FFF2-40B4-BE49-F238E27FC236}">
                <a16:creationId xmlns:a16="http://schemas.microsoft.com/office/drawing/2014/main" id="{31E94648-C934-72E6-E02D-C8ED1EF0DD2B}"/>
              </a:ext>
            </a:extLst>
          </p:cNvPr>
          <p:cNvSpPr/>
          <p:nvPr/>
        </p:nvSpPr>
        <p:spPr>
          <a:xfrm>
            <a:off x="15551322" y="13245425"/>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遅くなりましまが</a:t>
            </a:r>
            <a:endParaRPr lang="en-US" altLang="ja-JP" sz="1400" dirty="0">
              <a:solidFill>
                <a:sysClr val="windowText" lastClr="000000"/>
              </a:solidFill>
            </a:endParaRPr>
          </a:p>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472" name="表 24">
            <a:extLst>
              <a:ext uri="{FF2B5EF4-FFF2-40B4-BE49-F238E27FC236}">
                <a16:creationId xmlns:a16="http://schemas.microsoft.com/office/drawing/2014/main" id="{877F63B6-884C-538C-B992-4D2AE18B740C}"/>
              </a:ext>
            </a:extLst>
          </p:cNvPr>
          <p:cNvGraphicFramePr>
            <a:graphicFrameLocks noGrp="1"/>
          </p:cNvGraphicFramePr>
          <p:nvPr>
            <p:extLst>
              <p:ext uri="{D42A27DB-BD31-4B8C-83A1-F6EECF244321}">
                <p14:modId xmlns:p14="http://schemas.microsoft.com/office/powerpoint/2010/main" val="3358028533"/>
              </p:ext>
            </p:extLst>
          </p:nvPr>
        </p:nvGraphicFramePr>
        <p:xfrm>
          <a:off x="19440723" y="1323920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L0098</a:t>
                      </a:r>
                    </a:p>
                    <a:p>
                      <a:pPr algn="ctr"/>
                      <a:r>
                        <a:rPr kumimoji="1" lang="ja-JP" altLang="en-US" sz="1400" b="0">
                          <a:solidFill>
                            <a:schemeClr val="tx1"/>
                          </a:solidFill>
                        </a:rPr>
                        <a:t>滋賀</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E1B4"/>
                    </a:solidFill>
                  </a:tcPr>
                </a:tc>
                <a:tc>
                  <a:txBody>
                    <a:bodyPr/>
                    <a:lstStyle/>
                    <a:p>
                      <a:pPr algn="ctr"/>
                      <a:r>
                        <a:rPr lang="en-US" altLang="ja-JP" sz="1400" b="0" dirty="0">
                          <a:solidFill>
                            <a:schemeClr val="tx1"/>
                          </a:solidFill>
                        </a:rPr>
                        <a:t>sora1005</a:t>
                      </a: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74" name="角丸四角形吹き出し 473">
            <a:extLst>
              <a:ext uri="{FF2B5EF4-FFF2-40B4-BE49-F238E27FC236}">
                <a16:creationId xmlns:a16="http://schemas.microsoft.com/office/drawing/2014/main" id="{B79E7D27-7C0B-D343-A102-4A0DBDD51893}"/>
              </a:ext>
            </a:extLst>
          </p:cNvPr>
          <p:cNvSpPr/>
          <p:nvPr/>
        </p:nvSpPr>
        <p:spPr>
          <a:xfrm>
            <a:off x="15551322" y="14060708"/>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ja-JP" sz="1400" dirty="0">
                <a:solidFill>
                  <a:sysClr val="windowText" lastClr="000000"/>
                </a:solidFill>
              </a:rPr>
              <a:t>Excel</a:t>
            </a:r>
            <a:r>
              <a:rPr lang="ja-JP" altLang="en-US" sz="1400">
                <a:solidFill>
                  <a:sysClr val="windowText" lastClr="000000"/>
                </a:solidFill>
              </a:rPr>
              <a:t>や</a:t>
            </a:r>
            <a:r>
              <a:rPr lang="en-US" altLang="ja-JP" sz="1400" dirty="0">
                <a:solidFill>
                  <a:sysClr val="windowText" lastClr="000000"/>
                </a:solidFill>
              </a:rPr>
              <a:t>Instagram</a:t>
            </a:r>
            <a:r>
              <a:rPr lang="ja-JP" altLang="en-US" sz="1400">
                <a:solidFill>
                  <a:sysClr val="windowText" lastClr="000000"/>
                </a:solidFill>
              </a:rPr>
              <a:t>が得意です。年齢性別問わず皆さんと仲良くしたいです。</a:t>
            </a:r>
            <a:endParaRPr lang="en-US" altLang="ja-JP" sz="1400" dirty="0">
              <a:solidFill>
                <a:sysClr val="windowText" lastClr="000000"/>
              </a:solidFill>
            </a:endParaRPr>
          </a:p>
        </p:txBody>
      </p:sp>
      <p:graphicFrame>
        <p:nvGraphicFramePr>
          <p:cNvPr id="475" name="表 24">
            <a:extLst>
              <a:ext uri="{FF2B5EF4-FFF2-40B4-BE49-F238E27FC236}">
                <a16:creationId xmlns:a16="http://schemas.microsoft.com/office/drawing/2014/main" id="{5549030E-9153-9F18-7071-2196DC707D3B}"/>
              </a:ext>
            </a:extLst>
          </p:cNvPr>
          <p:cNvGraphicFramePr>
            <a:graphicFrameLocks noGrp="1"/>
          </p:cNvGraphicFramePr>
          <p:nvPr>
            <p:extLst>
              <p:ext uri="{D42A27DB-BD31-4B8C-83A1-F6EECF244321}">
                <p14:modId xmlns:p14="http://schemas.microsoft.com/office/powerpoint/2010/main" val="4194091925"/>
              </p:ext>
            </p:extLst>
          </p:nvPr>
        </p:nvGraphicFramePr>
        <p:xfrm>
          <a:off x="19440723" y="1405448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L0099</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天津飯のリン</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79" name="角丸四角形吹き出し 478">
            <a:extLst>
              <a:ext uri="{FF2B5EF4-FFF2-40B4-BE49-F238E27FC236}">
                <a16:creationId xmlns:a16="http://schemas.microsoft.com/office/drawing/2014/main" id="{CC41AF98-833E-BC28-0A4B-D4CC258C0C83}"/>
              </a:ext>
            </a:extLst>
          </p:cNvPr>
          <p:cNvSpPr/>
          <p:nvPr/>
        </p:nvSpPr>
        <p:spPr>
          <a:xfrm>
            <a:off x="8695929" y="16431204"/>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いつかサライを送ってみたいと思っています</a:t>
            </a:r>
            <a:r>
              <a:rPr lang="en-US" altLang="ja-JP" sz="1400" dirty="0">
                <a:solidFill>
                  <a:sysClr val="windowText" lastClr="000000"/>
                </a:solidFill>
              </a:rPr>
              <a:t>…</a:t>
            </a:r>
            <a:r>
              <a:rPr lang="ja-JP" altLang="en-US" sz="1400">
                <a:solidFill>
                  <a:sysClr val="windowText" lastClr="000000"/>
                </a:solidFill>
              </a:rPr>
              <a:t>！栗まんじゅう</a:t>
            </a:r>
            <a:r>
              <a:rPr lang="en-US" altLang="ja-JP" sz="1400" dirty="0">
                <a:solidFill>
                  <a:sysClr val="windowText" lastClr="000000"/>
                </a:solidFill>
              </a:rPr>
              <a:t>34</a:t>
            </a:r>
            <a:r>
              <a:rPr lang="ja-JP" altLang="en-US" sz="1400">
                <a:solidFill>
                  <a:sysClr val="windowText" lastClr="000000"/>
                </a:solidFill>
              </a:rPr>
              <a:t>歳の姉です。</a:t>
            </a:r>
            <a:endParaRPr lang="en-US" altLang="ja-JP" sz="1400" dirty="0">
              <a:solidFill>
                <a:sysClr val="windowText" lastClr="000000"/>
              </a:solidFill>
            </a:endParaRPr>
          </a:p>
        </p:txBody>
      </p:sp>
      <p:graphicFrame>
        <p:nvGraphicFramePr>
          <p:cNvPr id="480" name="表 24">
            <a:extLst>
              <a:ext uri="{FF2B5EF4-FFF2-40B4-BE49-F238E27FC236}">
                <a16:creationId xmlns:a16="http://schemas.microsoft.com/office/drawing/2014/main" id="{BE6833E1-EBAD-B996-DA46-3B475472701F}"/>
              </a:ext>
            </a:extLst>
          </p:cNvPr>
          <p:cNvGraphicFramePr>
            <a:graphicFrameLocks noGrp="1"/>
          </p:cNvGraphicFramePr>
          <p:nvPr>
            <p:extLst>
              <p:ext uri="{D42A27DB-BD31-4B8C-83A1-F6EECF244321}">
                <p14:modId xmlns:p14="http://schemas.microsoft.com/office/powerpoint/2010/main" val="1797608290"/>
              </p:ext>
            </p:extLst>
          </p:nvPr>
        </p:nvGraphicFramePr>
        <p:xfrm>
          <a:off x="12585330" y="1642498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L0062</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栗もち</a:t>
                      </a:r>
                      <a:endParaRPr lang="en-US" altLang="ja-JP" sz="1400" b="0" dirty="0">
                        <a:solidFill>
                          <a:schemeClr val="tx1"/>
                        </a:solidFill>
                      </a:endParaRPr>
                    </a:p>
                    <a:p>
                      <a:pPr algn="ctr"/>
                      <a:r>
                        <a:rPr lang="en-US" altLang="ja-JP" sz="1400" b="0" dirty="0">
                          <a:solidFill>
                            <a:schemeClr val="tx1"/>
                          </a:solidFill>
                        </a:rPr>
                        <a:t>37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90" name="角丸四角形吹き出し 489">
            <a:extLst>
              <a:ext uri="{FF2B5EF4-FFF2-40B4-BE49-F238E27FC236}">
                <a16:creationId xmlns:a16="http://schemas.microsoft.com/office/drawing/2014/main" id="{F6CF21C9-497E-40C7-E0E4-D78A55A595E6}"/>
              </a:ext>
            </a:extLst>
          </p:cNvPr>
          <p:cNvSpPr/>
          <p:nvPr/>
        </p:nvSpPr>
        <p:spPr>
          <a:xfrm>
            <a:off x="15502009" y="15778247"/>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九州中国地方を転々としています。</a:t>
            </a:r>
            <a:endParaRPr lang="en-US" altLang="ja-JP" sz="1200" dirty="0">
              <a:solidFill>
                <a:sysClr val="windowText" lastClr="000000"/>
              </a:solidFill>
            </a:endParaRPr>
          </a:p>
          <a:p>
            <a:pPr algn="ctr"/>
            <a:r>
              <a:rPr lang="ja-JP" altLang="en-US" sz="1200">
                <a:solidFill>
                  <a:sysClr val="windowText" lastClr="000000"/>
                </a:solidFill>
              </a:rPr>
              <a:t>各地ありきたりな観光地なら案内できます。</a:t>
            </a:r>
            <a:endParaRPr lang="en-US" altLang="ja-JP" sz="1200" dirty="0">
              <a:solidFill>
                <a:sysClr val="windowText" lastClr="000000"/>
              </a:solidFill>
            </a:endParaRPr>
          </a:p>
        </p:txBody>
      </p:sp>
      <p:graphicFrame>
        <p:nvGraphicFramePr>
          <p:cNvPr id="491" name="表 24">
            <a:extLst>
              <a:ext uri="{FF2B5EF4-FFF2-40B4-BE49-F238E27FC236}">
                <a16:creationId xmlns:a16="http://schemas.microsoft.com/office/drawing/2014/main" id="{D7E06183-128B-35C8-633D-AC5B5A47741B}"/>
              </a:ext>
            </a:extLst>
          </p:cNvPr>
          <p:cNvGraphicFramePr>
            <a:graphicFrameLocks noGrp="1"/>
          </p:cNvGraphicFramePr>
          <p:nvPr>
            <p:extLst>
              <p:ext uri="{D42A27DB-BD31-4B8C-83A1-F6EECF244321}">
                <p14:modId xmlns:p14="http://schemas.microsoft.com/office/powerpoint/2010/main" val="57225035"/>
              </p:ext>
            </p:extLst>
          </p:nvPr>
        </p:nvGraphicFramePr>
        <p:xfrm>
          <a:off x="19493801" y="15816337"/>
          <a:ext cx="1845686"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L0101</a:t>
                      </a:r>
                    </a:p>
                    <a:p>
                      <a:pPr algn="ctr"/>
                      <a:r>
                        <a:rPr kumimoji="1" lang="ja-JP" altLang="en-US" sz="1400" b="0">
                          <a:solidFill>
                            <a:schemeClr val="bg1"/>
                          </a:solidFill>
                        </a:rPr>
                        <a:t>山口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5A11"/>
                    </a:solidFill>
                  </a:tcPr>
                </a:tc>
                <a:tc>
                  <a:txBody>
                    <a:bodyPr/>
                    <a:lstStyle/>
                    <a:p>
                      <a:pPr algn="ctr"/>
                      <a:r>
                        <a:rPr lang="ja-JP" altLang="en-US" sz="1400" b="0">
                          <a:solidFill>
                            <a:schemeClr val="tx1"/>
                          </a:solidFill>
                        </a:rPr>
                        <a:t>牡丹</a:t>
                      </a:r>
                      <a:endParaRPr lang="en-US" altLang="ja-JP" sz="1400" b="0" dirty="0">
                        <a:solidFill>
                          <a:schemeClr val="tx1"/>
                        </a:solidFill>
                      </a:endParaRPr>
                    </a:p>
                    <a:p>
                      <a:pPr algn="ctr"/>
                      <a:r>
                        <a:rPr lang="en-US" altLang="ja-JP" sz="1400" b="0" dirty="0">
                          <a:solidFill>
                            <a:schemeClr val="tx1"/>
                          </a:solidFill>
                        </a:rPr>
                        <a:t>39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92" name="表 24">
            <a:extLst>
              <a:ext uri="{FF2B5EF4-FFF2-40B4-BE49-F238E27FC236}">
                <a16:creationId xmlns:a16="http://schemas.microsoft.com/office/drawing/2014/main" id="{487398AE-F3E8-D029-383F-D668361DA15D}"/>
              </a:ext>
            </a:extLst>
          </p:cNvPr>
          <p:cNvGraphicFramePr>
            <a:graphicFrameLocks noGrp="1"/>
          </p:cNvGraphicFramePr>
          <p:nvPr>
            <p:extLst>
              <p:ext uri="{D42A27DB-BD31-4B8C-83A1-F6EECF244321}">
                <p14:modId xmlns:p14="http://schemas.microsoft.com/office/powerpoint/2010/main" val="45108473"/>
              </p:ext>
            </p:extLst>
          </p:nvPr>
        </p:nvGraphicFramePr>
        <p:xfrm>
          <a:off x="19508579" y="1657808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L0102</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トッポ</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93" name="角丸四角形吹き出し 492">
            <a:extLst>
              <a:ext uri="{FF2B5EF4-FFF2-40B4-BE49-F238E27FC236}">
                <a16:creationId xmlns:a16="http://schemas.microsoft.com/office/drawing/2014/main" id="{A99AF48F-6594-8F69-6324-BED6FAAB8443}"/>
              </a:ext>
            </a:extLst>
          </p:cNvPr>
          <p:cNvSpPr/>
          <p:nvPr/>
        </p:nvSpPr>
        <p:spPr>
          <a:xfrm>
            <a:off x="15502003" y="16554781"/>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宜しくお願いします</a:t>
            </a:r>
            <a:endParaRPr lang="en-US" altLang="ja-JP" sz="1400" dirty="0">
              <a:solidFill>
                <a:sysClr val="windowText" lastClr="000000"/>
              </a:solidFill>
            </a:endParaRPr>
          </a:p>
        </p:txBody>
      </p:sp>
      <p:graphicFrame>
        <p:nvGraphicFramePr>
          <p:cNvPr id="494" name="表 24">
            <a:extLst>
              <a:ext uri="{FF2B5EF4-FFF2-40B4-BE49-F238E27FC236}">
                <a16:creationId xmlns:a16="http://schemas.microsoft.com/office/drawing/2014/main" id="{BB162137-66A3-FECB-1A4D-C9F91799FF25}"/>
              </a:ext>
            </a:extLst>
          </p:cNvPr>
          <p:cNvGraphicFramePr>
            <a:graphicFrameLocks noGrp="1"/>
          </p:cNvGraphicFramePr>
          <p:nvPr>
            <p:extLst>
              <p:ext uri="{D42A27DB-BD31-4B8C-83A1-F6EECF244321}">
                <p14:modId xmlns:p14="http://schemas.microsoft.com/office/powerpoint/2010/main" val="1181584337"/>
              </p:ext>
            </p:extLst>
          </p:nvPr>
        </p:nvGraphicFramePr>
        <p:xfrm>
          <a:off x="19508579" y="1733407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L0103</a:t>
                      </a:r>
                    </a:p>
                    <a:p>
                      <a:pPr algn="ctr"/>
                      <a:r>
                        <a:rPr kumimoji="1" lang="ja-JP" altLang="en-US" sz="1400" b="0">
                          <a:solidFill>
                            <a:schemeClr val="tx1"/>
                          </a:solidFill>
                        </a:rPr>
                        <a:t>秋田</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ナツメ</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95" name="角丸四角形吹き出し 494">
            <a:extLst>
              <a:ext uri="{FF2B5EF4-FFF2-40B4-BE49-F238E27FC236}">
                <a16:creationId xmlns:a16="http://schemas.microsoft.com/office/drawing/2014/main" id="{597154C6-60ED-567A-F689-5F05E9167099}"/>
              </a:ext>
            </a:extLst>
          </p:cNvPr>
          <p:cNvSpPr/>
          <p:nvPr/>
        </p:nvSpPr>
        <p:spPr>
          <a:xfrm>
            <a:off x="15502003" y="17289202"/>
            <a:ext cx="3364190" cy="512020"/>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お笑い初心者です。</a:t>
            </a:r>
            <a:endParaRPr lang="en-US" altLang="ja-JP" sz="1400" dirty="0">
              <a:solidFill>
                <a:sysClr val="windowText" lastClr="000000"/>
              </a:solidFill>
            </a:endParaRPr>
          </a:p>
          <a:p>
            <a:pPr algn="ctr"/>
            <a:r>
              <a:rPr lang="ja-JP" altLang="en-US" sz="1400">
                <a:solidFill>
                  <a:sysClr val="windowText" lastClr="000000"/>
                </a:solidFill>
              </a:rPr>
              <a:t>いつかライブを観に行きたいです</a:t>
            </a:r>
            <a:endParaRPr lang="en-US" altLang="ja-JP" sz="1400" dirty="0">
              <a:solidFill>
                <a:sysClr val="windowText" lastClr="000000"/>
              </a:solidFill>
            </a:endParaRPr>
          </a:p>
        </p:txBody>
      </p:sp>
      <p:sp>
        <p:nvSpPr>
          <p:cNvPr id="496" name="角丸四角形吹き出し 495">
            <a:extLst>
              <a:ext uri="{FF2B5EF4-FFF2-40B4-BE49-F238E27FC236}">
                <a16:creationId xmlns:a16="http://schemas.microsoft.com/office/drawing/2014/main" id="{A6086E3D-83EE-E113-CFBF-1D2B84FC9B37}"/>
              </a:ext>
            </a:extLst>
          </p:cNvPr>
          <p:cNvSpPr/>
          <p:nvPr/>
        </p:nvSpPr>
        <p:spPr>
          <a:xfrm>
            <a:off x="15502003" y="18066220"/>
            <a:ext cx="3364190" cy="48009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皆様よろしくお願いします！</a:t>
            </a:r>
            <a:endParaRPr lang="en-US" altLang="ja-JP" sz="1400" dirty="0">
              <a:solidFill>
                <a:sysClr val="windowText" lastClr="000000"/>
              </a:solidFill>
            </a:endParaRPr>
          </a:p>
        </p:txBody>
      </p:sp>
      <p:graphicFrame>
        <p:nvGraphicFramePr>
          <p:cNvPr id="497" name="表 24">
            <a:extLst>
              <a:ext uri="{FF2B5EF4-FFF2-40B4-BE49-F238E27FC236}">
                <a16:creationId xmlns:a16="http://schemas.microsoft.com/office/drawing/2014/main" id="{A51EF4B0-5ABE-0963-BC3A-B2D4DD10B722}"/>
              </a:ext>
            </a:extLst>
          </p:cNvPr>
          <p:cNvGraphicFramePr>
            <a:graphicFrameLocks noGrp="1"/>
          </p:cNvGraphicFramePr>
          <p:nvPr>
            <p:extLst>
              <p:ext uri="{D42A27DB-BD31-4B8C-83A1-F6EECF244321}">
                <p14:modId xmlns:p14="http://schemas.microsoft.com/office/powerpoint/2010/main" val="2049582004"/>
              </p:ext>
            </p:extLst>
          </p:nvPr>
        </p:nvGraphicFramePr>
        <p:xfrm>
          <a:off x="19508584" y="18028147"/>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L0104</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あゆみ</a:t>
                      </a:r>
                      <a:endParaRPr lang="en-US" altLang="ja-JP" sz="1400" b="0" dirty="0">
                        <a:solidFill>
                          <a:schemeClr val="tx1"/>
                        </a:solidFill>
                      </a:endParaRPr>
                    </a:p>
                    <a:p>
                      <a:pPr algn="ctr"/>
                      <a:r>
                        <a:rPr lang="en-US" altLang="ja-JP" sz="1400" b="0" dirty="0">
                          <a:solidFill>
                            <a:schemeClr val="tx1"/>
                          </a:solidFill>
                        </a:rPr>
                        <a:t>42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98" name="角丸四角形吹き出し 497">
            <a:extLst>
              <a:ext uri="{FF2B5EF4-FFF2-40B4-BE49-F238E27FC236}">
                <a16:creationId xmlns:a16="http://schemas.microsoft.com/office/drawing/2014/main" id="{D9125119-0731-F9F7-111C-3EF2983D6EC6}"/>
              </a:ext>
            </a:extLst>
          </p:cNvPr>
          <p:cNvSpPr/>
          <p:nvPr/>
        </p:nvSpPr>
        <p:spPr>
          <a:xfrm>
            <a:off x="15502003" y="18769261"/>
            <a:ext cx="3364190"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皆さんのやり取りを見るのが</a:t>
            </a:r>
            <a:endParaRPr lang="en-US" altLang="ja-JP" sz="1400" dirty="0">
              <a:solidFill>
                <a:sysClr val="windowText" lastClr="000000"/>
              </a:solidFill>
            </a:endParaRPr>
          </a:p>
          <a:p>
            <a:pPr algn="ctr"/>
            <a:r>
              <a:rPr lang="ja-JP" altLang="en-US" sz="1400">
                <a:solidFill>
                  <a:sysClr val="windowText" lastClr="000000"/>
                </a:solidFill>
              </a:rPr>
              <a:t>楽しいです。</a:t>
            </a:r>
            <a:endParaRPr lang="en-US" altLang="ja-JP" sz="1400" dirty="0">
              <a:solidFill>
                <a:sysClr val="windowText" lastClr="000000"/>
              </a:solidFill>
            </a:endParaRPr>
          </a:p>
        </p:txBody>
      </p:sp>
      <p:graphicFrame>
        <p:nvGraphicFramePr>
          <p:cNvPr id="499" name="表 24">
            <a:extLst>
              <a:ext uri="{FF2B5EF4-FFF2-40B4-BE49-F238E27FC236}">
                <a16:creationId xmlns:a16="http://schemas.microsoft.com/office/drawing/2014/main" id="{52F73841-A5D3-EFAA-8BA4-DCC4524BCA52}"/>
              </a:ext>
            </a:extLst>
          </p:cNvPr>
          <p:cNvGraphicFramePr>
            <a:graphicFrameLocks noGrp="1"/>
          </p:cNvGraphicFramePr>
          <p:nvPr>
            <p:extLst>
              <p:ext uri="{D42A27DB-BD31-4B8C-83A1-F6EECF244321}">
                <p14:modId xmlns:p14="http://schemas.microsoft.com/office/powerpoint/2010/main" val="1157094473"/>
              </p:ext>
            </p:extLst>
          </p:nvPr>
        </p:nvGraphicFramePr>
        <p:xfrm>
          <a:off x="19508579" y="1879734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L0105</a:t>
                      </a:r>
                    </a:p>
                    <a:p>
                      <a:pPr algn="ctr"/>
                      <a:r>
                        <a:rPr kumimoji="1" lang="ja-JP" altLang="en-US" sz="1400" b="0">
                          <a:solidFill>
                            <a:schemeClr val="bg1"/>
                          </a:solidFill>
                        </a:rPr>
                        <a:t>長野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長野県上田</a:t>
                      </a:r>
                      <a:endParaRPr lang="en-US" altLang="ja-JP" sz="1400" b="0" dirty="0">
                        <a:solidFill>
                          <a:schemeClr val="tx1"/>
                        </a:solidFill>
                      </a:endParaRPr>
                    </a:p>
                    <a:p>
                      <a:pPr algn="ctr"/>
                      <a:r>
                        <a:rPr lang="en-US" altLang="ja-JP" sz="1400" b="0" dirty="0">
                          <a:solidFill>
                            <a:schemeClr val="tx1"/>
                          </a:solidFill>
                        </a:rPr>
                        <a:t>57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500" name="表 24">
            <a:extLst>
              <a:ext uri="{FF2B5EF4-FFF2-40B4-BE49-F238E27FC236}">
                <a16:creationId xmlns:a16="http://schemas.microsoft.com/office/drawing/2014/main" id="{0C2901DA-B881-B436-737B-677B8C05477A}"/>
              </a:ext>
            </a:extLst>
          </p:cNvPr>
          <p:cNvGraphicFramePr>
            <a:graphicFrameLocks noGrp="1"/>
          </p:cNvGraphicFramePr>
          <p:nvPr>
            <p:extLst>
              <p:ext uri="{D42A27DB-BD31-4B8C-83A1-F6EECF244321}">
                <p14:modId xmlns:p14="http://schemas.microsoft.com/office/powerpoint/2010/main" val="3156832527"/>
              </p:ext>
            </p:extLst>
          </p:nvPr>
        </p:nvGraphicFramePr>
        <p:xfrm>
          <a:off x="19508579" y="1960068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L0106</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さわ</a:t>
                      </a:r>
                      <a:endParaRPr lang="en-US" altLang="ja-JP" sz="1400" b="0" dirty="0">
                        <a:solidFill>
                          <a:schemeClr val="tx1"/>
                        </a:solidFill>
                      </a:endParaRPr>
                    </a:p>
                    <a:p>
                      <a:pPr algn="ctr"/>
                      <a:r>
                        <a:rPr lang="en-US" altLang="ja-JP" sz="1400" b="0" dirty="0">
                          <a:solidFill>
                            <a:schemeClr val="tx1"/>
                          </a:solidFill>
                        </a:rPr>
                        <a:t>27</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01" name="角丸四角形吹き出し 500">
            <a:extLst>
              <a:ext uri="{FF2B5EF4-FFF2-40B4-BE49-F238E27FC236}">
                <a16:creationId xmlns:a16="http://schemas.microsoft.com/office/drawing/2014/main" id="{55FCBD63-A7EA-A278-0A15-AEA7D956AEFA}"/>
              </a:ext>
            </a:extLst>
          </p:cNvPr>
          <p:cNvSpPr/>
          <p:nvPr/>
        </p:nvSpPr>
        <p:spPr>
          <a:xfrm>
            <a:off x="15502003" y="19577381"/>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502" name="表 24">
            <a:extLst>
              <a:ext uri="{FF2B5EF4-FFF2-40B4-BE49-F238E27FC236}">
                <a16:creationId xmlns:a16="http://schemas.microsoft.com/office/drawing/2014/main" id="{5C3E5A3A-3476-DBB2-8852-9D1A60FC4D26}"/>
              </a:ext>
            </a:extLst>
          </p:cNvPr>
          <p:cNvGraphicFramePr>
            <a:graphicFrameLocks noGrp="1"/>
          </p:cNvGraphicFramePr>
          <p:nvPr>
            <p:extLst>
              <p:ext uri="{D42A27DB-BD31-4B8C-83A1-F6EECF244321}">
                <p14:modId xmlns:p14="http://schemas.microsoft.com/office/powerpoint/2010/main" val="4105112210"/>
              </p:ext>
            </p:extLst>
          </p:nvPr>
        </p:nvGraphicFramePr>
        <p:xfrm>
          <a:off x="19506501" y="20311885"/>
          <a:ext cx="1832986" cy="518160"/>
        </p:xfrm>
        <a:graphic>
          <a:graphicData uri="http://schemas.openxmlformats.org/drawingml/2006/table">
            <a:tbl>
              <a:tblPr firstRow="1" bandRow="1">
                <a:tableStyleId>{5C22544A-7EE6-4342-B048-85BDC9FD1C3A}</a:tableStyleId>
              </a:tblPr>
              <a:tblGrid>
                <a:gridCol w="6591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L0107</a:t>
                      </a:r>
                    </a:p>
                    <a:p>
                      <a:pPr algn="ctr"/>
                      <a:r>
                        <a:rPr kumimoji="1" lang="ja-JP" altLang="en-US" sz="1400" b="0">
                          <a:solidFill>
                            <a:schemeClr val="tx1"/>
                          </a:solidFill>
                        </a:rPr>
                        <a:t>和歌山</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ja-JP" altLang="en-US" sz="1400" b="0">
                          <a:solidFill>
                            <a:schemeClr val="tx1"/>
                          </a:solidFill>
                        </a:rPr>
                        <a:t>きよら</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03" name="角丸四角形吹き出し 502">
            <a:extLst>
              <a:ext uri="{FF2B5EF4-FFF2-40B4-BE49-F238E27FC236}">
                <a16:creationId xmlns:a16="http://schemas.microsoft.com/office/drawing/2014/main" id="{52D9D164-AAE2-7601-92C8-09C73DC16117}"/>
              </a:ext>
            </a:extLst>
          </p:cNvPr>
          <p:cNvSpPr/>
          <p:nvPr/>
        </p:nvSpPr>
        <p:spPr>
          <a:xfrm>
            <a:off x="15502003" y="20288581"/>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ボンカタやみるかよ第</a:t>
            </a:r>
            <a:r>
              <a:rPr lang="en-US" altLang="ja-JP" sz="1200" dirty="0">
                <a:solidFill>
                  <a:sysClr val="windowText" lastClr="000000"/>
                </a:solidFill>
              </a:rPr>
              <a:t>1</a:t>
            </a:r>
            <a:r>
              <a:rPr lang="ja-JP" altLang="en-US" sz="1200">
                <a:solidFill>
                  <a:sysClr val="windowText" lastClr="000000"/>
                </a:solidFill>
              </a:rPr>
              <a:t>回から大切に聴いています。皆様どうぞよろしくお願いします。</a:t>
            </a:r>
            <a:endParaRPr lang="en-US" altLang="ja-JP" sz="1200" dirty="0">
              <a:solidFill>
                <a:sysClr val="windowText" lastClr="000000"/>
              </a:solidFill>
            </a:endParaRPr>
          </a:p>
        </p:txBody>
      </p:sp>
      <p:graphicFrame>
        <p:nvGraphicFramePr>
          <p:cNvPr id="504" name="表 24">
            <a:extLst>
              <a:ext uri="{FF2B5EF4-FFF2-40B4-BE49-F238E27FC236}">
                <a16:creationId xmlns:a16="http://schemas.microsoft.com/office/drawing/2014/main" id="{610D1CAC-6B14-CE55-673C-53EDE951CBA0}"/>
              </a:ext>
            </a:extLst>
          </p:cNvPr>
          <p:cNvGraphicFramePr>
            <a:graphicFrameLocks noGrp="1"/>
          </p:cNvGraphicFramePr>
          <p:nvPr>
            <p:extLst>
              <p:ext uri="{D42A27DB-BD31-4B8C-83A1-F6EECF244321}">
                <p14:modId xmlns:p14="http://schemas.microsoft.com/office/powerpoint/2010/main" val="1945036817"/>
              </p:ext>
            </p:extLst>
          </p:nvPr>
        </p:nvGraphicFramePr>
        <p:xfrm>
          <a:off x="19506501" y="21073885"/>
          <a:ext cx="1832986" cy="518160"/>
        </p:xfrm>
        <a:graphic>
          <a:graphicData uri="http://schemas.openxmlformats.org/drawingml/2006/table">
            <a:tbl>
              <a:tblPr firstRow="1" bandRow="1">
                <a:tableStyleId>{5C22544A-7EE6-4342-B048-85BDC9FD1C3A}</a:tableStyleId>
              </a:tblPr>
              <a:tblGrid>
                <a:gridCol w="6591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L0108</a:t>
                      </a:r>
                    </a:p>
                    <a:p>
                      <a:pPr algn="ctr"/>
                      <a:r>
                        <a:rPr kumimoji="1" lang="ja-JP" altLang="en-US" sz="1400" b="0">
                          <a:solidFill>
                            <a:schemeClr val="bg1"/>
                          </a:solidFill>
                        </a:rPr>
                        <a:t>石川</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ユウ</a:t>
                      </a:r>
                      <a:endParaRPr lang="en-US" altLang="ja-JP" sz="1400" b="0" dirty="0">
                        <a:solidFill>
                          <a:schemeClr val="tx1"/>
                        </a:solidFill>
                      </a:endParaRPr>
                    </a:p>
                    <a:p>
                      <a:pPr algn="ctr"/>
                      <a:r>
                        <a:rPr lang="en-US" altLang="ja-JP" sz="1400" b="0" dirty="0">
                          <a:solidFill>
                            <a:schemeClr val="tx1"/>
                          </a:solidFill>
                        </a:rPr>
                        <a:t>38</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05" name="角丸四角形吹き出し 504">
            <a:extLst>
              <a:ext uri="{FF2B5EF4-FFF2-40B4-BE49-F238E27FC236}">
                <a16:creationId xmlns:a16="http://schemas.microsoft.com/office/drawing/2014/main" id="{CD1D0D01-80FA-244F-E9A3-BB0074D4B2F9}"/>
              </a:ext>
            </a:extLst>
          </p:cNvPr>
          <p:cNvSpPr/>
          <p:nvPr/>
        </p:nvSpPr>
        <p:spPr>
          <a:xfrm>
            <a:off x="15502003" y="21050581"/>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入会させていただき大変光栄です！</a:t>
            </a:r>
            <a:endParaRPr lang="en-US" altLang="ja-JP" sz="1400" dirty="0">
              <a:solidFill>
                <a:sysClr val="windowText" lastClr="000000"/>
              </a:solidFill>
            </a:endParaRPr>
          </a:p>
          <a:p>
            <a:pPr algn="ctr"/>
            <a:r>
              <a:rPr lang="ja-JP" altLang="en-US" sz="1400">
                <a:solidFill>
                  <a:sysClr val="windowText" lastClr="000000"/>
                </a:solidFill>
              </a:rPr>
              <a:t>栄養士をしております。</a:t>
            </a:r>
            <a:endParaRPr lang="en-US" altLang="ja-JP" sz="1400" dirty="0">
              <a:solidFill>
                <a:sysClr val="windowText" lastClr="000000"/>
              </a:solidFill>
            </a:endParaRPr>
          </a:p>
        </p:txBody>
      </p:sp>
      <p:sp>
        <p:nvSpPr>
          <p:cNvPr id="508" name="角丸四角形吹き出し 507">
            <a:extLst>
              <a:ext uri="{FF2B5EF4-FFF2-40B4-BE49-F238E27FC236}">
                <a16:creationId xmlns:a16="http://schemas.microsoft.com/office/drawing/2014/main" id="{5F9C621B-6535-01CC-E162-99E6CA15D263}"/>
              </a:ext>
            </a:extLst>
          </p:cNvPr>
          <p:cNvSpPr/>
          <p:nvPr/>
        </p:nvSpPr>
        <p:spPr>
          <a:xfrm>
            <a:off x="15502009" y="22527866"/>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絵を描いています。スマホの壁紙をミルクボーイにしました♪</a:t>
            </a:r>
            <a:endParaRPr lang="en-US" altLang="ja-JP" sz="1200" dirty="0">
              <a:solidFill>
                <a:sysClr val="windowText" lastClr="000000"/>
              </a:solidFill>
            </a:endParaRPr>
          </a:p>
        </p:txBody>
      </p:sp>
      <p:graphicFrame>
        <p:nvGraphicFramePr>
          <p:cNvPr id="509" name="表 24">
            <a:extLst>
              <a:ext uri="{FF2B5EF4-FFF2-40B4-BE49-F238E27FC236}">
                <a16:creationId xmlns:a16="http://schemas.microsoft.com/office/drawing/2014/main" id="{A3CD1171-0D7E-5DCC-D661-3820D3613B74}"/>
              </a:ext>
            </a:extLst>
          </p:cNvPr>
          <p:cNvGraphicFramePr>
            <a:graphicFrameLocks noGrp="1"/>
          </p:cNvGraphicFramePr>
          <p:nvPr>
            <p:extLst>
              <p:ext uri="{D42A27DB-BD31-4B8C-83A1-F6EECF244321}">
                <p14:modId xmlns:p14="http://schemas.microsoft.com/office/powerpoint/2010/main" val="4283804029"/>
              </p:ext>
            </p:extLst>
          </p:nvPr>
        </p:nvGraphicFramePr>
        <p:xfrm>
          <a:off x="19493801" y="22565956"/>
          <a:ext cx="1845686"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L0110</a:t>
                      </a:r>
                    </a:p>
                    <a:p>
                      <a:pPr algn="ctr"/>
                      <a:r>
                        <a:rPr kumimoji="1" lang="ja-JP" altLang="en-US" sz="1400" b="0">
                          <a:solidFill>
                            <a:schemeClr val="bg1"/>
                          </a:solidFill>
                        </a:rPr>
                        <a:t>岡山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5A11"/>
                    </a:solidFill>
                  </a:tcPr>
                </a:tc>
                <a:tc>
                  <a:txBody>
                    <a:bodyPr/>
                    <a:lstStyle/>
                    <a:p>
                      <a:pPr algn="ctr"/>
                      <a:r>
                        <a:rPr lang="ja-JP" altLang="en-US" sz="1400" b="0">
                          <a:solidFill>
                            <a:schemeClr val="tx1"/>
                          </a:solidFill>
                        </a:rPr>
                        <a:t>エビこわい</a:t>
                      </a:r>
                      <a:endParaRPr lang="en-US" altLang="ja-JP" sz="1400" b="0" dirty="0">
                        <a:solidFill>
                          <a:schemeClr val="tx1"/>
                        </a:solidFill>
                      </a:endParaRPr>
                    </a:p>
                    <a:p>
                      <a:pPr algn="ctr"/>
                      <a:r>
                        <a:rPr lang="en-US" altLang="ja-JP" sz="1400" b="0" dirty="0">
                          <a:solidFill>
                            <a:schemeClr val="tx1"/>
                          </a:solidFill>
                        </a:rPr>
                        <a:t>38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10" name="角丸四角形吹き出し 509">
            <a:extLst>
              <a:ext uri="{FF2B5EF4-FFF2-40B4-BE49-F238E27FC236}">
                <a16:creationId xmlns:a16="http://schemas.microsoft.com/office/drawing/2014/main" id="{E35DD9D0-B633-AAAD-D95F-CE6AC73EE8A9}"/>
              </a:ext>
            </a:extLst>
          </p:cNvPr>
          <p:cNvSpPr/>
          <p:nvPr/>
        </p:nvSpPr>
        <p:spPr>
          <a:xfrm>
            <a:off x="15502009" y="23270933"/>
            <a:ext cx="3246959"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鹿児島から盛り上げたい！！</a:t>
            </a:r>
          </a:p>
        </p:txBody>
      </p:sp>
      <p:graphicFrame>
        <p:nvGraphicFramePr>
          <p:cNvPr id="511" name="表 24">
            <a:extLst>
              <a:ext uri="{FF2B5EF4-FFF2-40B4-BE49-F238E27FC236}">
                <a16:creationId xmlns:a16="http://schemas.microsoft.com/office/drawing/2014/main" id="{F91BF564-1914-A851-7A43-43FEA1ED577A}"/>
              </a:ext>
            </a:extLst>
          </p:cNvPr>
          <p:cNvGraphicFramePr>
            <a:graphicFrameLocks noGrp="1"/>
          </p:cNvGraphicFramePr>
          <p:nvPr>
            <p:extLst>
              <p:ext uri="{D42A27DB-BD31-4B8C-83A1-F6EECF244321}">
                <p14:modId xmlns:p14="http://schemas.microsoft.com/office/powerpoint/2010/main" val="2682318588"/>
              </p:ext>
            </p:extLst>
          </p:nvPr>
        </p:nvGraphicFramePr>
        <p:xfrm>
          <a:off x="19519126" y="23324678"/>
          <a:ext cx="1820362" cy="518160"/>
        </p:xfrm>
        <a:graphic>
          <a:graphicData uri="http://schemas.openxmlformats.org/drawingml/2006/table">
            <a:tbl>
              <a:tblPr firstRow="1" bandRow="1">
                <a:tableStyleId>{5C22544A-7EE6-4342-B048-85BDC9FD1C3A}</a:tableStyleId>
              </a:tblPr>
              <a:tblGrid>
                <a:gridCol w="653267">
                  <a:extLst>
                    <a:ext uri="{9D8B030D-6E8A-4147-A177-3AD203B41FA5}">
                      <a16:colId xmlns:a16="http://schemas.microsoft.com/office/drawing/2014/main" val="291495438"/>
                    </a:ext>
                  </a:extLst>
                </a:gridCol>
                <a:gridCol w="1167095">
                  <a:extLst>
                    <a:ext uri="{9D8B030D-6E8A-4147-A177-3AD203B41FA5}">
                      <a16:colId xmlns:a16="http://schemas.microsoft.com/office/drawing/2014/main" val="1614509074"/>
                    </a:ext>
                  </a:extLst>
                </a:gridCol>
              </a:tblGrid>
              <a:tr h="117057">
                <a:tc>
                  <a:txBody>
                    <a:bodyPr/>
                    <a:lstStyle/>
                    <a:p>
                      <a:pPr algn="ctr"/>
                      <a:r>
                        <a:rPr kumimoji="1" lang="en-US" altLang="ja-JP" sz="1400" b="0" dirty="0">
                          <a:solidFill>
                            <a:schemeClr val="bg1"/>
                          </a:solidFill>
                        </a:rPr>
                        <a:t>L0111</a:t>
                      </a:r>
                    </a:p>
                    <a:p>
                      <a:pPr algn="ctr"/>
                      <a:r>
                        <a:rPr kumimoji="1" lang="ja-JP" altLang="en-US" sz="1400" b="0">
                          <a:solidFill>
                            <a:schemeClr val="bg1"/>
                          </a:solidFill>
                        </a:rPr>
                        <a:t>鹿児島</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8234"/>
                    </a:solidFill>
                  </a:tcPr>
                </a:tc>
                <a:tc>
                  <a:txBody>
                    <a:bodyPr/>
                    <a:lstStyle/>
                    <a:p>
                      <a:pPr algn="ctr"/>
                      <a:r>
                        <a:rPr lang="ja-JP" altLang="en-US" sz="1000" b="0">
                          <a:solidFill>
                            <a:schemeClr val="tx1"/>
                          </a:solidFill>
                        </a:rPr>
                        <a:t>銭形のおとっつぁん</a:t>
                      </a:r>
                      <a:endParaRPr lang="en-US" altLang="ja-JP" sz="10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72" name="表 24">
            <a:extLst>
              <a:ext uri="{FF2B5EF4-FFF2-40B4-BE49-F238E27FC236}">
                <a16:creationId xmlns:a16="http://schemas.microsoft.com/office/drawing/2014/main" id="{5199048D-5DEE-7EB4-2A88-C7D1D87ADA13}"/>
              </a:ext>
            </a:extLst>
          </p:cNvPr>
          <p:cNvGraphicFramePr>
            <a:graphicFrameLocks noGrp="1"/>
          </p:cNvGraphicFramePr>
          <p:nvPr>
            <p:extLst>
              <p:ext uri="{D42A27DB-BD31-4B8C-83A1-F6EECF244321}">
                <p14:modId xmlns:p14="http://schemas.microsoft.com/office/powerpoint/2010/main" val="614969785"/>
              </p:ext>
            </p:extLst>
          </p:nvPr>
        </p:nvGraphicFramePr>
        <p:xfrm>
          <a:off x="19508579" y="2405918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L0112</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ゆみこ</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3" name="角丸四角形吹き出し 72">
            <a:extLst>
              <a:ext uri="{FF2B5EF4-FFF2-40B4-BE49-F238E27FC236}">
                <a16:creationId xmlns:a16="http://schemas.microsoft.com/office/drawing/2014/main" id="{CDC256E2-0904-C496-2207-DEBF706A5584}"/>
              </a:ext>
            </a:extLst>
          </p:cNvPr>
          <p:cNvSpPr/>
          <p:nvPr/>
        </p:nvSpPr>
        <p:spPr>
          <a:xfrm>
            <a:off x="15537004" y="24035884"/>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sp>
        <p:nvSpPr>
          <p:cNvPr id="78" name="角丸四角形吹き出し 77">
            <a:extLst>
              <a:ext uri="{FF2B5EF4-FFF2-40B4-BE49-F238E27FC236}">
                <a16:creationId xmlns:a16="http://schemas.microsoft.com/office/drawing/2014/main" id="{453EF763-A944-B69D-27DB-06CBA9F80661}"/>
              </a:ext>
            </a:extLst>
          </p:cNvPr>
          <p:cNvSpPr/>
          <p:nvPr/>
        </p:nvSpPr>
        <p:spPr>
          <a:xfrm>
            <a:off x="15537004" y="24770985"/>
            <a:ext cx="3364190"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気の利いた事は言えませんが よろしくお願いします。</a:t>
            </a:r>
            <a:endParaRPr lang="en-US" altLang="ja-JP" sz="1400" dirty="0">
              <a:solidFill>
                <a:sysClr val="windowText" lastClr="000000"/>
              </a:solidFill>
            </a:endParaRPr>
          </a:p>
        </p:txBody>
      </p:sp>
      <p:graphicFrame>
        <p:nvGraphicFramePr>
          <p:cNvPr id="81" name="表 24">
            <a:extLst>
              <a:ext uri="{FF2B5EF4-FFF2-40B4-BE49-F238E27FC236}">
                <a16:creationId xmlns:a16="http://schemas.microsoft.com/office/drawing/2014/main" id="{49056F0D-F6AA-373A-5822-8D82EC27C0FC}"/>
              </a:ext>
            </a:extLst>
          </p:cNvPr>
          <p:cNvGraphicFramePr>
            <a:graphicFrameLocks noGrp="1"/>
          </p:cNvGraphicFramePr>
          <p:nvPr>
            <p:extLst>
              <p:ext uri="{D42A27DB-BD31-4B8C-83A1-F6EECF244321}">
                <p14:modId xmlns:p14="http://schemas.microsoft.com/office/powerpoint/2010/main" val="2057664391"/>
              </p:ext>
            </p:extLst>
          </p:nvPr>
        </p:nvGraphicFramePr>
        <p:xfrm>
          <a:off x="19508579" y="2479906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L0113</a:t>
                      </a:r>
                    </a:p>
                    <a:p>
                      <a:pPr algn="ctr"/>
                      <a:r>
                        <a:rPr kumimoji="1" lang="ja-JP" altLang="en-US" sz="1400" b="0">
                          <a:solidFill>
                            <a:schemeClr val="bg1"/>
                          </a:solidFill>
                        </a:rPr>
                        <a:t>愛知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ろんね</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82" name="表 24">
            <a:extLst>
              <a:ext uri="{FF2B5EF4-FFF2-40B4-BE49-F238E27FC236}">
                <a16:creationId xmlns:a16="http://schemas.microsoft.com/office/drawing/2014/main" id="{F9469D61-6968-3FEF-C845-58DF37B9793D}"/>
              </a:ext>
            </a:extLst>
          </p:cNvPr>
          <p:cNvGraphicFramePr>
            <a:graphicFrameLocks noGrp="1"/>
          </p:cNvGraphicFramePr>
          <p:nvPr>
            <p:extLst>
              <p:ext uri="{D42A27DB-BD31-4B8C-83A1-F6EECF244321}">
                <p14:modId xmlns:p14="http://schemas.microsoft.com/office/powerpoint/2010/main" val="989202472"/>
              </p:ext>
            </p:extLst>
          </p:nvPr>
        </p:nvGraphicFramePr>
        <p:xfrm>
          <a:off x="19595555" y="2550569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L0114</a:t>
                      </a:r>
                    </a:p>
                    <a:p>
                      <a:pPr algn="ctr"/>
                      <a:r>
                        <a:rPr kumimoji="1" lang="ja-JP" altLang="en-US" sz="1400" b="0">
                          <a:solidFill>
                            <a:schemeClr val="tx1"/>
                          </a:solidFill>
                        </a:rPr>
                        <a:t>東京</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はる</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3" name="角丸四角形吹き出し 82">
            <a:extLst>
              <a:ext uri="{FF2B5EF4-FFF2-40B4-BE49-F238E27FC236}">
                <a16:creationId xmlns:a16="http://schemas.microsoft.com/office/drawing/2014/main" id="{2EB22F07-40E8-43F0-DA8D-8E9E91CEF5F3}"/>
              </a:ext>
            </a:extLst>
          </p:cNvPr>
          <p:cNvSpPr/>
          <p:nvPr/>
        </p:nvSpPr>
        <p:spPr>
          <a:xfrm>
            <a:off x="15537004" y="25460818"/>
            <a:ext cx="3364190" cy="512020"/>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関西出身で東京に単身赴任中、</a:t>
            </a:r>
            <a:endParaRPr lang="en-US" altLang="ja-JP" sz="1400" dirty="0">
              <a:solidFill>
                <a:sysClr val="windowText" lastClr="000000"/>
              </a:solidFill>
            </a:endParaRPr>
          </a:p>
          <a:p>
            <a:pPr algn="ctr"/>
            <a:r>
              <a:rPr lang="ja-JP" altLang="en-US" sz="1400">
                <a:solidFill>
                  <a:sysClr val="windowText" lastClr="000000"/>
                </a:solidFill>
              </a:rPr>
              <a:t>リスナー歴３５年のお笑い好きです</a:t>
            </a:r>
            <a:endParaRPr lang="en-US" altLang="ja-JP" sz="1400" dirty="0">
              <a:solidFill>
                <a:sysClr val="windowText" lastClr="000000"/>
              </a:solidFill>
            </a:endParaRPr>
          </a:p>
        </p:txBody>
      </p:sp>
      <p:graphicFrame>
        <p:nvGraphicFramePr>
          <p:cNvPr id="84" name="表 24">
            <a:extLst>
              <a:ext uri="{FF2B5EF4-FFF2-40B4-BE49-F238E27FC236}">
                <a16:creationId xmlns:a16="http://schemas.microsoft.com/office/drawing/2014/main" id="{2E5A1285-D029-0729-DDB5-63DBD76780C0}"/>
              </a:ext>
            </a:extLst>
          </p:cNvPr>
          <p:cNvGraphicFramePr>
            <a:graphicFrameLocks noGrp="1"/>
          </p:cNvGraphicFramePr>
          <p:nvPr>
            <p:extLst>
              <p:ext uri="{D42A27DB-BD31-4B8C-83A1-F6EECF244321}">
                <p14:modId xmlns:p14="http://schemas.microsoft.com/office/powerpoint/2010/main" val="1282915744"/>
              </p:ext>
            </p:extLst>
          </p:nvPr>
        </p:nvGraphicFramePr>
        <p:xfrm>
          <a:off x="19595555" y="2628560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L0115</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ハルジオン</a:t>
                      </a:r>
                      <a:r>
                        <a:rPr lang="en-US" altLang="ja-JP" sz="1400" b="0" dirty="0">
                          <a:solidFill>
                            <a:schemeClr val="tx1"/>
                          </a:solidFill>
                        </a:rPr>
                        <a:t>48</a:t>
                      </a: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5" name="角丸四角形吹き出し 84">
            <a:extLst>
              <a:ext uri="{FF2B5EF4-FFF2-40B4-BE49-F238E27FC236}">
                <a16:creationId xmlns:a16="http://schemas.microsoft.com/office/drawing/2014/main" id="{0D2F9837-DE50-1E39-4315-399B03C0E8C2}"/>
              </a:ext>
            </a:extLst>
          </p:cNvPr>
          <p:cNvSpPr/>
          <p:nvPr/>
        </p:nvSpPr>
        <p:spPr>
          <a:xfrm>
            <a:off x="15537004" y="26262301"/>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ボッテガ縮んだ事件に駒ちゃんがくらって</a:t>
            </a:r>
            <a:endParaRPr lang="en-US" altLang="ja-JP" sz="1200" dirty="0">
              <a:solidFill>
                <a:sysClr val="windowText" lastClr="000000"/>
              </a:solidFill>
            </a:endParaRPr>
          </a:p>
          <a:p>
            <a:pPr algn="ctr"/>
            <a:r>
              <a:rPr lang="ja-JP" altLang="en-US" sz="1200">
                <a:solidFill>
                  <a:sysClr val="windowText" lastClr="000000"/>
                </a:solidFill>
              </a:rPr>
              <a:t>いたくだりから一気にファンになりました。</a:t>
            </a:r>
            <a:endParaRPr lang="en-US" altLang="ja-JP" sz="1200" dirty="0">
              <a:solidFill>
                <a:sysClr val="windowText" lastClr="000000"/>
              </a:solidFill>
            </a:endParaRPr>
          </a:p>
        </p:txBody>
      </p:sp>
      <p:sp>
        <p:nvSpPr>
          <p:cNvPr id="87" name="角丸四角形吹き出し 86">
            <a:extLst>
              <a:ext uri="{FF2B5EF4-FFF2-40B4-BE49-F238E27FC236}">
                <a16:creationId xmlns:a16="http://schemas.microsoft.com/office/drawing/2014/main" id="{9FFFDB89-FA6F-0936-CC6C-8EB5B0D4390B}"/>
              </a:ext>
            </a:extLst>
          </p:cNvPr>
          <p:cNvSpPr/>
          <p:nvPr/>
        </p:nvSpPr>
        <p:spPr>
          <a:xfrm>
            <a:off x="15537004" y="26994474"/>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sp>
        <p:nvSpPr>
          <p:cNvPr id="88" name="角丸四角形吹き出し 87">
            <a:extLst>
              <a:ext uri="{FF2B5EF4-FFF2-40B4-BE49-F238E27FC236}">
                <a16:creationId xmlns:a16="http://schemas.microsoft.com/office/drawing/2014/main" id="{C9D85391-2B8F-6D39-CE65-AAC68F329938}"/>
              </a:ext>
            </a:extLst>
          </p:cNvPr>
          <p:cNvSpPr/>
          <p:nvPr/>
        </p:nvSpPr>
        <p:spPr>
          <a:xfrm>
            <a:off x="15502009" y="21837157"/>
            <a:ext cx="3320073"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よろしくお願いします。</a:t>
            </a:r>
            <a:endParaRPr lang="en-US" altLang="ja-JP" sz="1400" dirty="0">
              <a:solidFill>
                <a:sysClr val="windowText" lastClr="000000"/>
              </a:solidFill>
            </a:endParaRPr>
          </a:p>
        </p:txBody>
      </p:sp>
      <p:graphicFrame>
        <p:nvGraphicFramePr>
          <p:cNvPr id="89" name="表 24">
            <a:extLst>
              <a:ext uri="{FF2B5EF4-FFF2-40B4-BE49-F238E27FC236}">
                <a16:creationId xmlns:a16="http://schemas.microsoft.com/office/drawing/2014/main" id="{2283B81E-3979-6DCA-950C-973BC544ECEF}"/>
              </a:ext>
            </a:extLst>
          </p:cNvPr>
          <p:cNvGraphicFramePr>
            <a:graphicFrameLocks noGrp="1"/>
          </p:cNvGraphicFramePr>
          <p:nvPr>
            <p:extLst>
              <p:ext uri="{D42A27DB-BD31-4B8C-83A1-F6EECF244321}">
                <p14:modId xmlns:p14="http://schemas.microsoft.com/office/powerpoint/2010/main" val="857774926"/>
              </p:ext>
            </p:extLst>
          </p:nvPr>
        </p:nvGraphicFramePr>
        <p:xfrm>
          <a:off x="19508579" y="2182846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L0109</a:t>
                      </a:r>
                    </a:p>
                    <a:p>
                      <a:pPr algn="ctr"/>
                      <a:r>
                        <a:rPr kumimoji="1" lang="ja-JP" altLang="en-US" sz="1400" b="0">
                          <a:solidFill>
                            <a:schemeClr val="tx1"/>
                          </a:solidFill>
                        </a:rPr>
                        <a:t>岩手</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en-US" altLang="ja-JP" sz="1400" b="0" dirty="0" err="1">
                          <a:solidFill>
                            <a:schemeClr val="tx1"/>
                          </a:solidFill>
                        </a:rPr>
                        <a:t>Sayu</a:t>
                      </a:r>
                      <a:endParaRPr lang="en-US" altLang="ja-JP" sz="1400" b="0" dirty="0">
                        <a:solidFill>
                          <a:schemeClr val="tx1"/>
                        </a:solidFill>
                      </a:endParaRPr>
                    </a:p>
                    <a:p>
                      <a:pPr algn="ctr"/>
                      <a:r>
                        <a:rPr lang="en-US" altLang="ja-JP" sz="1400" b="0" dirty="0">
                          <a:solidFill>
                            <a:schemeClr val="tx1"/>
                          </a:solidFill>
                        </a:rPr>
                        <a:t>42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90" name="表 24">
            <a:extLst>
              <a:ext uri="{FF2B5EF4-FFF2-40B4-BE49-F238E27FC236}">
                <a16:creationId xmlns:a16="http://schemas.microsoft.com/office/drawing/2014/main" id="{92C98335-59F0-F83A-7B42-DEFAC023AA5E}"/>
              </a:ext>
            </a:extLst>
          </p:cNvPr>
          <p:cNvGraphicFramePr>
            <a:graphicFrameLocks noGrp="1"/>
          </p:cNvGraphicFramePr>
          <p:nvPr>
            <p:extLst>
              <p:ext uri="{D42A27DB-BD31-4B8C-83A1-F6EECF244321}">
                <p14:modId xmlns:p14="http://schemas.microsoft.com/office/powerpoint/2010/main" val="1026571800"/>
              </p:ext>
            </p:extLst>
          </p:nvPr>
        </p:nvGraphicFramePr>
        <p:xfrm>
          <a:off x="19593477" y="27012835"/>
          <a:ext cx="1832986" cy="518160"/>
        </p:xfrm>
        <a:graphic>
          <a:graphicData uri="http://schemas.openxmlformats.org/drawingml/2006/table">
            <a:tbl>
              <a:tblPr firstRow="1" bandRow="1">
                <a:tableStyleId>{5C22544A-7EE6-4342-B048-85BDC9FD1C3A}</a:tableStyleId>
              </a:tblPr>
              <a:tblGrid>
                <a:gridCol w="6591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L0116</a:t>
                      </a:r>
                    </a:p>
                    <a:p>
                      <a:pPr algn="ctr"/>
                      <a:r>
                        <a:rPr kumimoji="1" lang="ja-JP" altLang="en-US" sz="1400" b="0">
                          <a:solidFill>
                            <a:schemeClr val="bg1"/>
                          </a:solidFill>
                        </a:rPr>
                        <a:t>石川</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200" b="0">
                          <a:solidFill>
                            <a:schemeClr val="tx1"/>
                          </a:solidFill>
                        </a:rPr>
                        <a:t>こなミルクママ</a:t>
                      </a:r>
                      <a:endParaRPr lang="en-US" altLang="ja-JP" sz="12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0" name="表 24">
            <a:extLst>
              <a:ext uri="{FF2B5EF4-FFF2-40B4-BE49-F238E27FC236}">
                <a16:creationId xmlns:a16="http://schemas.microsoft.com/office/drawing/2014/main" id="{5B216E3F-2164-078B-0BD7-EBF7295DA5C7}"/>
              </a:ext>
            </a:extLst>
          </p:cNvPr>
          <p:cNvGraphicFramePr>
            <a:graphicFrameLocks noGrp="1"/>
          </p:cNvGraphicFramePr>
          <p:nvPr>
            <p:extLst>
              <p:ext uri="{D42A27DB-BD31-4B8C-83A1-F6EECF244321}">
                <p14:modId xmlns:p14="http://schemas.microsoft.com/office/powerpoint/2010/main" val="491939587"/>
              </p:ext>
            </p:extLst>
          </p:nvPr>
        </p:nvGraphicFramePr>
        <p:xfrm>
          <a:off x="19595555" y="2775836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L0117</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en-US" altLang="ja-JP" sz="1400" b="0" dirty="0">
                          <a:solidFill>
                            <a:schemeClr val="tx1"/>
                          </a:solidFill>
                        </a:rPr>
                        <a:t>HARUKA</a:t>
                      </a: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4" name="表 24">
            <a:extLst>
              <a:ext uri="{FF2B5EF4-FFF2-40B4-BE49-F238E27FC236}">
                <a16:creationId xmlns:a16="http://schemas.microsoft.com/office/drawing/2014/main" id="{CAC07A2A-28A4-0917-78AA-895FA272403C}"/>
              </a:ext>
            </a:extLst>
          </p:cNvPr>
          <p:cNvGraphicFramePr>
            <a:graphicFrameLocks noGrp="1"/>
          </p:cNvGraphicFramePr>
          <p:nvPr>
            <p:extLst>
              <p:ext uri="{D42A27DB-BD31-4B8C-83A1-F6EECF244321}">
                <p14:modId xmlns:p14="http://schemas.microsoft.com/office/powerpoint/2010/main" val="3347955782"/>
              </p:ext>
            </p:extLst>
          </p:nvPr>
        </p:nvGraphicFramePr>
        <p:xfrm>
          <a:off x="19595560" y="28488432"/>
          <a:ext cx="2250381" cy="518160"/>
        </p:xfrm>
        <a:graphic>
          <a:graphicData uri="http://schemas.openxmlformats.org/drawingml/2006/table">
            <a:tbl>
              <a:tblPr firstRow="1" bandRow="1">
                <a:tableStyleId>{5C22544A-7EE6-4342-B048-85BDC9FD1C3A}</a:tableStyleId>
              </a:tblPr>
              <a:tblGrid>
                <a:gridCol w="807586">
                  <a:extLst>
                    <a:ext uri="{9D8B030D-6E8A-4147-A177-3AD203B41FA5}">
                      <a16:colId xmlns:a16="http://schemas.microsoft.com/office/drawing/2014/main" val="291495438"/>
                    </a:ext>
                  </a:extLst>
                </a:gridCol>
                <a:gridCol w="1442795">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L0118</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000" b="0">
                          <a:solidFill>
                            <a:schemeClr val="tx1"/>
                          </a:solidFill>
                        </a:rPr>
                        <a:t>チンジャオロース愛好家</a:t>
                      </a:r>
                      <a:endParaRPr lang="en-US" altLang="ja-JP" sz="1000" b="0" dirty="0">
                        <a:solidFill>
                          <a:schemeClr val="tx1"/>
                        </a:solidFill>
                      </a:endParaRPr>
                    </a:p>
                    <a:p>
                      <a:pPr algn="ctr"/>
                      <a:r>
                        <a:rPr lang="en-US" altLang="ja-JP" sz="1400" b="0" dirty="0">
                          <a:solidFill>
                            <a:schemeClr val="tx1"/>
                          </a:solidFill>
                        </a:rPr>
                        <a:t>25</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7" name="表 24">
            <a:extLst>
              <a:ext uri="{FF2B5EF4-FFF2-40B4-BE49-F238E27FC236}">
                <a16:creationId xmlns:a16="http://schemas.microsoft.com/office/drawing/2014/main" id="{54C99681-897D-D27A-54BE-DAF547C5A7E2}"/>
              </a:ext>
            </a:extLst>
          </p:cNvPr>
          <p:cNvGraphicFramePr>
            <a:graphicFrameLocks noGrp="1"/>
          </p:cNvGraphicFramePr>
          <p:nvPr>
            <p:extLst>
              <p:ext uri="{D42A27DB-BD31-4B8C-83A1-F6EECF244321}">
                <p14:modId xmlns:p14="http://schemas.microsoft.com/office/powerpoint/2010/main" val="2983719982"/>
              </p:ext>
            </p:extLst>
          </p:nvPr>
        </p:nvGraphicFramePr>
        <p:xfrm>
          <a:off x="19595555" y="2921864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L0119</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にゃんくん</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54" name="表 24">
            <a:extLst>
              <a:ext uri="{FF2B5EF4-FFF2-40B4-BE49-F238E27FC236}">
                <a16:creationId xmlns:a16="http://schemas.microsoft.com/office/drawing/2014/main" id="{9D9A4C45-3C7C-484F-9BA0-7BD339F6D872}"/>
              </a:ext>
            </a:extLst>
          </p:cNvPr>
          <p:cNvGraphicFramePr>
            <a:graphicFrameLocks noGrp="1"/>
          </p:cNvGraphicFramePr>
          <p:nvPr>
            <p:extLst>
              <p:ext uri="{D42A27DB-BD31-4B8C-83A1-F6EECF244321}">
                <p14:modId xmlns:p14="http://schemas.microsoft.com/office/powerpoint/2010/main" val="2869875128"/>
              </p:ext>
            </p:extLst>
          </p:nvPr>
        </p:nvGraphicFramePr>
        <p:xfrm>
          <a:off x="19595555" y="299629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L0120</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れいこ</a:t>
                      </a:r>
                      <a:endParaRPr lang="en-US" altLang="ja-JP" sz="1400" b="0" dirty="0">
                        <a:solidFill>
                          <a:schemeClr val="tx1"/>
                        </a:solidFill>
                      </a:endParaRPr>
                    </a:p>
                    <a:p>
                      <a:pPr algn="ct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61" name="角丸四角形吹き出し 460">
            <a:extLst>
              <a:ext uri="{FF2B5EF4-FFF2-40B4-BE49-F238E27FC236}">
                <a16:creationId xmlns:a16="http://schemas.microsoft.com/office/drawing/2014/main" id="{9DA2E9B2-71E7-9E5C-5912-E14A99F400E7}"/>
              </a:ext>
            </a:extLst>
          </p:cNvPr>
          <p:cNvSpPr/>
          <p:nvPr/>
        </p:nvSpPr>
        <p:spPr>
          <a:xfrm>
            <a:off x="15537004" y="27743941"/>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いつもとりまとめありがとうございます。よろしくお願いいたします。</a:t>
            </a:r>
            <a:endParaRPr lang="en-US" altLang="ja-JP" sz="1400" dirty="0">
              <a:solidFill>
                <a:sysClr val="windowText" lastClr="000000"/>
              </a:solidFill>
            </a:endParaRPr>
          </a:p>
        </p:txBody>
      </p:sp>
      <p:sp>
        <p:nvSpPr>
          <p:cNvPr id="464" name="角丸四角形吹き出し 463">
            <a:extLst>
              <a:ext uri="{FF2B5EF4-FFF2-40B4-BE49-F238E27FC236}">
                <a16:creationId xmlns:a16="http://schemas.microsoft.com/office/drawing/2014/main" id="{CC15794B-F254-9233-F8D1-6E31D5435011}"/>
              </a:ext>
            </a:extLst>
          </p:cNvPr>
          <p:cNvSpPr/>
          <p:nvPr/>
        </p:nvSpPr>
        <p:spPr>
          <a:xfrm>
            <a:off x="15537004" y="28474660"/>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ミルクボーイ大好きです！</a:t>
            </a:r>
            <a:endParaRPr lang="en-US" altLang="ja-JP" sz="1400" dirty="0">
              <a:solidFill>
                <a:sysClr val="windowText" lastClr="000000"/>
              </a:solidFill>
            </a:endParaRPr>
          </a:p>
          <a:p>
            <a:pPr algn="ctr"/>
            <a:r>
              <a:rPr lang="ja-JP" altLang="en-US" sz="1400">
                <a:solidFill>
                  <a:sysClr val="windowText" lastClr="000000"/>
                </a:solidFill>
              </a:rPr>
              <a:t>よろしくお願い申し上げます。</a:t>
            </a:r>
            <a:endParaRPr lang="en-US" altLang="ja-JP" sz="1400" dirty="0">
              <a:solidFill>
                <a:sysClr val="windowText" lastClr="000000"/>
              </a:solidFill>
            </a:endParaRPr>
          </a:p>
        </p:txBody>
      </p:sp>
      <p:sp>
        <p:nvSpPr>
          <p:cNvPr id="471" name="角丸四角形吹き出し 470">
            <a:extLst>
              <a:ext uri="{FF2B5EF4-FFF2-40B4-BE49-F238E27FC236}">
                <a16:creationId xmlns:a16="http://schemas.microsoft.com/office/drawing/2014/main" id="{ED0E80B6-75EF-80A6-3E93-588C8BF0D10D}"/>
              </a:ext>
            </a:extLst>
          </p:cNvPr>
          <p:cNvSpPr/>
          <p:nvPr/>
        </p:nvSpPr>
        <p:spPr>
          <a:xfrm>
            <a:off x="15537004" y="29219595"/>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介護士してます、老後のケアプラン</a:t>
            </a:r>
            <a:endParaRPr lang="en-US" altLang="ja-JP" sz="1400" dirty="0">
              <a:solidFill>
                <a:sysClr val="windowText" lastClr="000000"/>
              </a:solidFill>
            </a:endParaRPr>
          </a:p>
          <a:p>
            <a:pPr algn="ctr"/>
            <a:r>
              <a:rPr lang="ja-JP" altLang="en-US" sz="1400">
                <a:solidFill>
                  <a:sysClr val="windowText" lastClr="000000"/>
                </a:solidFill>
              </a:rPr>
              <a:t>お任せください。</a:t>
            </a:r>
            <a:endParaRPr lang="en-US" altLang="ja-JP" sz="1400" dirty="0">
              <a:solidFill>
                <a:sysClr val="windowText" lastClr="000000"/>
              </a:solidFill>
            </a:endParaRPr>
          </a:p>
        </p:txBody>
      </p:sp>
      <p:sp>
        <p:nvSpPr>
          <p:cNvPr id="473" name="角丸四角形吹き出し 472">
            <a:extLst>
              <a:ext uri="{FF2B5EF4-FFF2-40B4-BE49-F238E27FC236}">
                <a16:creationId xmlns:a16="http://schemas.microsoft.com/office/drawing/2014/main" id="{DD9CFADE-EEB4-7F58-7849-E4DC9FEC3D9B}"/>
              </a:ext>
            </a:extLst>
          </p:cNvPr>
          <p:cNvSpPr/>
          <p:nvPr/>
        </p:nvSpPr>
        <p:spPr>
          <a:xfrm>
            <a:off x="15537004" y="29978717"/>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何の特技もありませんがよろしく</a:t>
            </a:r>
            <a:endParaRPr lang="en-US" altLang="ja-JP" sz="1400" dirty="0">
              <a:solidFill>
                <a:sysClr val="windowText" lastClr="000000"/>
              </a:solidFill>
            </a:endParaRPr>
          </a:p>
          <a:p>
            <a:pPr algn="ctr"/>
            <a:r>
              <a:rPr lang="ja-JP" altLang="en-US" sz="1400">
                <a:solidFill>
                  <a:sysClr val="windowText" lastClr="000000"/>
                </a:solidFill>
              </a:rPr>
              <a:t>お願いします。</a:t>
            </a:r>
            <a:endParaRPr lang="en-US" altLang="ja-JP" sz="1400" dirty="0">
              <a:solidFill>
                <a:sysClr val="windowText" lastClr="000000"/>
              </a:solidFill>
            </a:endParaRPr>
          </a:p>
        </p:txBody>
      </p:sp>
      <p:graphicFrame>
        <p:nvGraphicFramePr>
          <p:cNvPr id="476" name="表 24">
            <a:extLst>
              <a:ext uri="{FF2B5EF4-FFF2-40B4-BE49-F238E27FC236}">
                <a16:creationId xmlns:a16="http://schemas.microsoft.com/office/drawing/2014/main" id="{091E5D0D-ED4C-F7FC-1C19-1C99C8C728F1}"/>
              </a:ext>
            </a:extLst>
          </p:cNvPr>
          <p:cNvGraphicFramePr>
            <a:graphicFrameLocks noGrp="1"/>
          </p:cNvGraphicFramePr>
          <p:nvPr>
            <p:extLst>
              <p:ext uri="{D42A27DB-BD31-4B8C-83A1-F6EECF244321}">
                <p14:modId xmlns:p14="http://schemas.microsoft.com/office/powerpoint/2010/main" val="4247242911"/>
              </p:ext>
            </p:extLst>
          </p:nvPr>
        </p:nvGraphicFramePr>
        <p:xfrm>
          <a:off x="26425246" y="44242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L0121</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あきちゃん</a:t>
                      </a:r>
                      <a:endParaRPr lang="en-US" altLang="ja-JP" sz="1400" b="0" dirty="0">
                        <a:solidFill>
                          <a:schemeClr val="tx1"/>
                        </a:solidFill>
                      </a:endParaRPr>
                    </a:p>
                    <a:p>
                      <a:pPr algn="ctr"/>
                      <a:r>
                        <a:rPr lang="ja-JP" altLang="en-US" sz="1400" b="0">
                          <a:solidFill>
                            <a:schemeClr val="tx1"/>
                          </a:solidFill>
                        </a:rPr>
                        <a:t>寅年</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77" name="角丸四角形吹き出し 476">
            <a:extLst>
              <a:ext uri="{FF2B5EF4-FFF2-40B4-BE49-F238E27FC236}">
                <a16:creationId xmlns:a16="http://schemas.microsoft.com/office/drawing/2014/main" id="{97DC567A-5A1E-6167-5AA9-727774F836D1}"/>
              </a:ext>
            </a:extLst>
          </p:cNvPr>
          <p:cNvSpPr/>
          <p:nvPr/>
        </p:nvSpPr>
        <p:spPr>
          <a:xfrm>
            <a:off x="22366695" y="443373"/>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皆さんと楽しくミルクボーイを</a:t>
            </a:r>
            <a:endParaRPr lang="en-US" altLang="ja-JP" sz="1400" dirty="0">
              <a:solidFill>
                <a:sysClr val="windowText" lastClr="000000"/>
              </a:solidFill>
            </a:endParaRPr>
          </a:p>
          <a:p>
            <a:pPr algn="ctr"/>
            <a:r>
              <a:rPr lang="ja-JP" altLang="en-US" sz="1400">
                <a:solidFill>
                  <a:sysClr val="windowText" lastClr="000000"/>
                </a:solidFill>
              </a:rPr>
              <a:t>応援したいです</a:t>
            </a:r>
            <a:r>
              <a:rPr lang="en-US" altLang="ja-JP" sz="1400" dirty="0">
                <a:solidFill>
                  <a:sysClr val="windowText" lastClr="000000"/>
                </a:solidFill>
              </a:rPr>
              <a:t>¨♡¨</a:t>
            </a:r>
          </a:p>
        </p:txBody>
      </p:sp>
      <p:graphicFrame>
        <p:nvGraphicFramePr>
          <p:cNvPr id="481" name="表 24">
            <a:extLst>
              <a:ext uri="{FF2B5EF4-FFF2-40B4-BE49-F238E27FC236}">
                <a16:creationId xmlns:a16="http://schemas.microsoft.com/office/drawing/2014/main" id="{FA28AC39-452C-8CB0-64F6-B68CDF9D7BA8}"/>
              </a:ext>
            </a:extLst>
          </p:cNvPr>
          <p:cNvGraphicFramePr>
            <a:graphicFrameLocks noGrp="1"/>
          </p:cNvGraphicFramePr>
          <p:nvPr>
            <p:extLst>
              <p:ext uri="{D42A27DB-BD31-4B8C-83A1-F6EECF244321}">
                <p14:modId xmlns:p14="http://schemas.microsoft.com/office/powerpoint/2010/main" val="1448757991"/>
              </p:ext>
            </p:extLst>
          </p:nvPr>
        </p:nvGraphicFramePr>
        <p:xfrm>
          <a:off x="26425246" y="116032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L0122</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ふみこ</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82" name="角丸四角形吹き出し 481">
            <a:extLst>
              <a:ext uri="{FF2B5EF4-FFF2-40B4-BE49-F238E27FC236}">
                <a16:creationId xmlns:a16="http://schemas.microsoft.com/office/drawing/2014/main" id="{304408C2-1732-D565-751D-7BFF502496EB}"/>
              </a:ext>
            </a:extLst>
          </p:cNvPr>
          <p:cNvSpPr/>
          <p:nvPr/>
        </p:nvSpPr>
        <p:spPr>
          <a:xfrm>
            <a:off x="22366695" y="1176050"/>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ミルクボーイさん大好きです。</a:t>
            </a:r>
            <a:endParaRPr lang="en-US" altLang="ja-JP" sz="1400" dirty="0">
              <a:solidFill>
                <a:sysClr val="windowText" lastClr="000000"/>
              </a:solidFill>
            </a:endParaRPr>
          </a:p>
          <a:p>
            <a:pPr algn="ctr"/>
            <a:r>
              <a:rPr lang="ja-JP" altLang="en-US" sz="1400">
                <a:solidFill>
                  <a:sysClr val="windowText" lastClr="000000"/>
                </a:solidFill>
              </a:rPr>
              <a:t>お笑い全般大好きです。</a:t>
            </a:r>
            <a:endParaRPr lang="en-US" altLang="ja-JP" sz="1400" dirty="0">
              <a:solidFill>
                <a:sysClr val="windowText" lastClr="000000"/>
              </a:solidFill>
            </a:endParaRPr>
          </a:p>
        </p:txBody>
      </p:sp>
      <p:graphicFrame>
        <p:nvGraphicFramePr>
          <p:cNvPr id="86" name="表 24">
            <a:extLst>
              <a:ext uri="{FF2B5EF4-FFF2-40B4-BE49-F238E27FC236}">
                <a16:creationId xmlns:a16="http://schemas.microsoft.com/office/drawing/2014/main" id="{CA075842-C587-DE19-08C6-1DA6DDDBED34}"/>
              </a:ext>
            </a:extLst>
          </p:cNvPr>
          <p:cNvGraphicFramePr>
            <a:graphicFrameLocks noGrp="1"/>
          </p:cNvGraphicFramePr>
          <p:nvPr>
            <p:extLst>
              <p:ext uri="{D42A27DB-BD31-4B8C-83A1-F6EECF244321}">
                <p14:modId xmlns:p14="http://schemas.microsoft.com/office/powerpoint/2010/main" val="2042075567"/>
              </p:ext>
            </p:extLst>
          </p:nvPr>
        </p:nvGraphicFramePr>
        <p:xfrm>
          <a:off x="26425246" y="189547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L0123</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レインマン</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92" name="角丸四角形吹き出し 91">
            <a:extLst>
              <a:ext uri="{FF2B5EF4-FFF2-40B4-BE49-F238E27FC236}">
                <a16:creationId xmlns:a16="http://schemas.microsoft.com/office/drawing/2014/main" id="{3FAFAAF5-573C-826F-622E-FB1D72768488}"/>
              </a:ext>
            </a:extLst>
          </p:cNvPr>
          <p:cNvSpPr/>
          <p:nvPr/>
        </p:nvSpPr>
        <p:spPr>
          <a:xfrm>
            <a:off x="22366695" y="1911198"/>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かずこの会、初期に入りそびれ</a:t>
            </a:r>
            <a:endParaRPr lang="en-US" altLang="ja-JP" sz="1400" dirty="0">
              <a:solidFill>
                <a:sysClr val="windowText" lastClr="000000"/>
              </a:solidFill>
            </a:endParaRPr>
          </a:p>
          <a:p>
            <a:pPr algn="ctr"/>
            <a:r>
              <a:rPr lang="ja-JP" altLang="en-US" sz="1400">
                <a:solidFill>
                  <a:sysClr val="windowText" lastClr="000000"/>
                </a:solidFill>
              </a:rPr>
              <a:t>ましたので、改めて入会希望します</a:t>
            </a:r>
            <a:endParaRPr lang="en-US" altLang="ja-JP" sz="1400" dirty="0">
              <a:solidFill>
                <a:sysClr val="windowText" lastClr="000000"/>
              </a:solidFill>
            </a:endParaRPr>
          </a:p>
        </p:txBody>
      </p:sp>
      <p:graphicFrame>
        <p:nvGraphicFramePr>
          <p:cNvPr id="103" name="表 24">
            <a:extLst>
              <a:ext uri="{FF2B5EF4-FFF2-40B4-BE49-F238E27FC236}">
                <a16:creationId xmlns:a16="http://schemas.microsoft.com/office/drawing/2014/main" id="{F58E8724-941B-A838-78F0-674D01715322}"/>
              </a:ext>
            </a:extLst>
          </p:cNvPr>
          <p:cNvGraphicFramePr>
            <a:graphicFrameLocks noGrp="1"/>
          </p:cNvGraphicFramePr>
          <p:nvPr>
            <p:extLst>
              <p:ext uri="{D42A27DB-BD31-4B8C-83A1-F6EECF244321}">
                <p14:modId xmlns:p14="http://schemas.microsoft.com/office/powerpoint/2010/main" val="316614017"/>
              </p:ext>
            </p:extLst>
          </p:nvPr>
        </p:nvGraphicFramePr>
        <p:xfrm>
          <a:off x="26425246" y="269610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L0124</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じゅんこ</a:t>
                      </a:r>
                      <a:r>
                        <a:rPr lang="en-US" altLang="ja-JP" sz="1400" b="0" dirty="0">
                          <a:solidFill>
                            <a:schemeClr val="tx1"/>
                          </a:solidFill>
                        </a:rPr>
                        <a:t>521</a:t>
                      </a:r>
                    </a:p>
                    <a:p>
                      <a:pPr algn="ctr"/>
                      <a:r>
                        <a:rPr lang="en-US" altLang="ja-JP" sz="1400" b="0" dirty="0">
                          <a:solidFill>
                            <a:schemeClr val="tx1"/>
                          </a:solidFill>
                        </a:rPr>
                        <a:t>50</a:t>
                      </a:r>
                      <a:r>
                        <a:rPr lang="ja-JP" altLang="en-US" sz="1400" b="0">
                          <a:solidFill>
                            <a:schemeClr val="tx1"/>
                          </a:solidFill>
                        </a:rPr>
                        <a:t>代前半</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04" name="角丸四角形吹き出し 103">
            <a:extLst>
              <a:ext uri="{FF2B5EF4-FFF2-40B4-BE49-F238E27FC236}">
                <a16:creationId xmlns:a16="http://schemas.microsoft.com/office/drawing/2014/main" id="{A7413D5D-544C-76EC-32C7-6A87C108C5CD}"/>
              </a:ext>
            </a:extLst>
          </p:cNvPr>
          <p:cNvSpPr/>
          <p:nvPr/>
        </p:nvSpPr>
        <p:spPr>
          <a:xfrm>
            <a:off x="22366695" y="2711828"/>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ysClr val="windowText" lastClr="000000"/>
                </a:solidFill>
              </a:rPr>
              <a:t>2019M1</a:t>
            </a:r>
            <a:r>
              <a:rPr lang="ja-JP" altLang="en-US" sz="1400">
                <a:solidFill>
                  <a:sysClr val="windowText" lastClr="000000"/>
                </a:solidFill>
              </a:rPr>
              <a:t>でハートを撃ち抜かれました</a:t>
            </a:r>
            <a:endParaRPr lang="en-US" altLang="ja-JP" sz="1400" dirty="0">
              <a:solidFill>
                <a:sysClr val="windowText" lastClr="000000"/>
              </a:solidFill>
            </a:endParaRPr>
          </a:p>
        </p:txBody>
      </p:sp>
      <p:graphicFrame>
        <p:nvGraphicFramePr>
          <p:cNvPr id="105" name="表 24">
            <a:extLst>
              <a:ext uri="{FF2B5EF4-FFF2-40B4-BE49-F238E27FC236}">
                <a16:creationId xmlns:a16="http://schemas.microsoft.com/office/drawing/2014/main" id="{8387A267-09DA-3E69-1D33-B8432F839C20}"/>
              </a:ext>
            </a:extLst>
          </p:cNvPr>
          <p:cNvGraphicFramePr>
            <a:graphicFrameLocks noGrp="1"/>
          </p:cNvGraphicFramePr>
          <p:nvPr>
            <p:extLst>
              <p:ext uri="{D42A27DB-BD31-4B8C-83A1-F6EECF244321}">
                <p14:modId xmlns:p14="http://schemas.microsoft.com/office/powerpoint/2010/main" val="1326432211"/>
              </p:ext>
            </p:extLst>
          </p:nvPr>
        </p:nvGraphicFramePr>
        <p:xfrm>
          <a:off x="26425246" y="352900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L0125</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相棒</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06" name="角丸四角形吹き出し 105">
            <a:extLst>
              <a:ext uri="{FF2B5EF4-FFF2-40B4-BE49-F238E27FC236}">
                <a16:creationId xmlns:a16="http://schemas.microsoft.com/office/drawing/2014/main" id="{B879BEC4-8744-DF0C-7201-8EF18C16EF1C}"/>
              </a:ext>
            </a:extLst>
          </p:cNvPr>
          <p:cNvSpPr/>
          <p:nvPr/>
        </p:nvSpPr>
        <p:spPr>
          <a:xfrm>
            <a:off x="22366695" y="3529955"/>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200">
                <a:solidFill>
                  <a:sysClr val="windowText" lastClr="000000"/>
                </a:solidFill>
              </a:rPr>
              <a:t>この会の一員になれて光栄です。教師をしています。皆さんのお子様の面倒を見させて下さい</a:t>
            </a:r>
            <a:endParaRPr lang="en-US" altLang="ja-JP" sz="1200" dirty="0">
              <a:solidFill>
                <a:sysClr val="windowText" lastClr="000000"/>
              </a:solidFill>
            </a:endParaRPr>
          </a:p>
        </p:txBody>
      </p:sp>
      <p:sp>
        <p:nvSpPr>
          <p:cNvPr id="107" name="角丸四角形吹き出し 106">
            <a:extLst>
              <a:ext uri="{FF2B5EF4-FFF2-40B4-BE49-F238E27FC236}">
                <a16:creationId xmlns:a16="http://schemas.microsoft.com/office/drawing/2014/main" id="{D081D18B-E320-E6FD-D4A2-6C28CB0802EC}"/>
              </a:ext>
            </a:extLst>
          </p:cNvPr>
          <p:cNvSpPr/>
          <p:nvPr/>
        </p:nvSpPr>
        <p:spPr>
          <a:xfrm>
            <a:off x="22511421" y="4324512"/>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見るだけ、聞くだけでしたが</a:t>
            </a:r>
            <a:endParaRPr lang="en-US" altLang="ja-JP" sz="1400" dirty="0">
              <a:solidFill>
                <a:sysClr val="windowText" lastClr="000000"/>
              </a:solidFill>
            </a:endParaRPr>
          </a:p>
          <a:p>
            <a:pPr algn="ctr"/>
            <a:r>
              <a:rPr lang="ja-JP" altLang="en-US" sz="1400">
                <a:solidFill>
                  <a:sysClr val="windowText" lastClr="000000"/>
                </a:solidFill>
              </a:rPr>
              <a:t>勇気を出して入会します！</a:t>
            </a:r>
            <a:endParaRPr lang="en-US" altLang="ja-JP" sz="1400" dirty="0">
              <a:solidFill>
                <a:sysClr val="windowText" lastClr="000000"/>
              </a:solidFill>
            </a:endParaRPr>
          </a:p>
        </p:txBody>
      </p:sp>
      <p:graphicFrame>
        <p:nvGraphicFramePr>
          <p:cNvPr id="108" name="表 24">
            <a:extLst>
              <a:ext uri="{FF2B5EF4-FFF2-40B4-BE49-F238E27FC236}">
                <a16:creationId xmlns:a16="http://schemas.microsoft.com/office/drawing/2014/main" id="{EACFD13A-39D4-4D49-066D-5EA0EC40BF05}"/>
              </a:ext>
            </a:extLst>
          </p:cNvPr>
          <p:cNvGraphicFramePr>
            <a:graphicFrameLocks noGrp="1"/>
          </p:cNvGraphicFramePr>
          <p:nvPr>
            <p:extLst>
              <p:ext uri="{D42A27DB-BD31-4B8C-83A1-F6EECF244321}">
                <p14:modId xmlns:p14="http://schemas.microsoft.com/office/powerpoint/2010/main" val="3828607162"/>
              </p:ext>
            </p:extLst>
          </p:nvPr>
        </p:nvGraphicFramePr>
        <p:xfrm>
          <a:off x="26433354" y="431983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L0126</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くにこ</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28" name="表 24">
            <a:extLst>
              <a:ext uri="{FF2B5EF4-FFF2-40B4-BE49-F238E27FC236}">
                <a16:creationId xmlns:a16="http://schemas.microsoft.com/office/drawing/2014/main" id="{01D70940-DBFB-1C51-EE2B-957858531A6C}"/>
              </a:ext>
            </a:extLst>
          </p:cNvPr>
          <p:cNvGraphicFramePr>
            <a:graphicFrameLocks noGrp="1"/>
          </p:cNvGraphicFramePr>
          <p:nvPr>
            <p:extLst>
              <p:ext uri="{D42A27DB-BD31-4B8C-83A1-F6EECF244321}">
                <p14:modId xmlns:p14="http://schemas.microsoft.com/office/powerpoint/2010/main" val="3523520911"/>
              </p:ext>
            </p:extLst>
          </p:nvPr>
        </p:nvGraphicFramePr>
        <p:xfrm>
          <a:off x="26433354" y="506844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L0127</a:t>
                      </a:r>
                    </a:p>
                    <a:p>
                      <a:pPr algn="ctr"/>
                      <a:r>
                        <a:rPr kumimoji="1" lang="ja-JP" altLang="en-US" sz="1400" b="0">
                          <a:solidFill>
                            <a:schemeClr val="tx1"/>
                          </a:solidFill>
                        </a:rPr>
                        <a:t>香川</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69A"/>
                    </a:solidFill>
                  </a:tcPr>
                </a:tc>
                <a:tc>
                  <a:txBody>
                    <a:bodyPr/>
                    <a:lstStyle/>
                    <a:p>
                      <a:pPr algn="ctr"/>
                      <a:r>
                        <a:rPr lang="ja-JP" altLang="en-US" sz="1400" b="0">
                          <a:solidFill>
                            <a:schemeClr val="tx1"/>
                          </a:solidFill>
                        </a:rPr>
                        <a:t>ななこ</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30" name="角丸四角形吹き出し 129">
            <a:extLst>
              <a:ext uri="{FF2B5EF4-FFF2-40B4-BE49-F238E27FC236}">
                <a16:creationId xmlns:a16="http://schemas.microsoft.com/office/drawing/2014/main" id="{186CE828-C48D-319E-7BF8-1BA328F95731}"/>
              </a:ext>
            </a:extLst>
          </p:cNvPr>
          <p:cNvSpPr/>
          <p:nvPr/>
        </p:nvSpPr>
        <p:spPr>
          <a:xfrm>
            <a:off x="22511416" y="5087604"/>
            <a:ext cx="3364190" cy="512020"/>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200">
                <a:solidFill>
                  <a:sysClr val="windowText" lastClr="000000"/>
                </a:solidFill>
              </a:rPr>
              <a:t>初めてミルクボーイの漫才を生で見た日、感動で涙が出ました。これからもずっと大好きです</a:t>
            </a:r>
            <a:endParaRPr lang="en-US" altLang="ja-JP" sz="1200" dirty="0">
              <a:solidFill>
                <a:sysClr val="windowText" lastClr="000000"/>
              </a:solidFill>
            </a:endParaRPr>
          </a:p>
        </p:txBody>
      </p:sp>
      <p:sp>
        <p:nvSpPr>
          <p:cNvPr id="132" name="角丸四角形吹き出し 131">
            <a:extLst>
              <a:ext uri="{FF2B5EF4-FFF2-40B4-BE49-F238E27FC236}">
                <a16:creationId xmlns:a16="http://schemas.microsoft.com/office/drawing/2014/main" id="{F3B2142E-5BBA-8B1F-0EAB-416DD96C3117}"/>
              </a:ext>
            </a:extLst>
          </p:cNvPr>
          <p:cNvSpPr/>
          <p:nvPr/>
        </p:nvSpPr>
        <p:spPr>
          <a:xfrm>
            <a:off x="22511421" y="584778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可愛い内海さん！優しい駒ちゃん！</a:t>
            </a:r>
            <a:endParaRPr lang="en-US" altLang="ja-JP" sz="1400" dirty="0">
              <a:solidFill>
                <a:sysClr val="windowText" lastClr="000000"/>
              </a:solidFill>
            </a:endParaRPr>
          </a:p>
          <a:p>
            <a:pPr algn="ctr"/>
            <a:r>
              <a:rPr lang="ja-JP" altLang="en-US" sz="1400">
                <a:solidFill>
                  <a:sysClr val="windowText" lastClr="000000"/>
                </a:solidFill>
              </a:rPr>
              <a:t>大好きです！</a:t>
            </a:r>
            <a:endParaRPr lang="en-US" altLang="ja-JP" sz="1400" dirty="0">
              <a:solidFill>
                <a:sysClr val="windowText" lastClr="000000"/>
              </a:solidFill>
            </a:endParaRPr>
          </a:p>
        </p:txBody>
      </p:sp>
      <p:graphicFrame>
        <p:nvGraphicFramePr>
          <p:cNvPr id="133" name="表 24">
            <a:extLst>
              <a:ext uri="{FF2B5EF4-FFF2-40B4-BE49-F238E27FC236}">
                <a16:creationId xmlns:a16="http://schemas.microsoft.com/office/drawing/2014/main" id="{AD1A9BD3-E0E3-E5F7-0461-21935D3C1222}"/>
              </a:ext>
            </a:extLst>
          </p:cNvPr>
          <p:cNvGraphicFramePr>
            <a:graphicFrameLocks noGrp="1"/>
          </p:cNvGraphicFramePr>
          <p:nvPr>
            <p:extLst>
              <p:ext uri="{D42A27DB-BD31-4B8C-83A1-F6EECF244321}">
                <p14:modId xmlns:p14="http://schemas.microsoft.com/office/powerpoint/2010/main" val="3238108994"/>
              </p:ext>
            </p:extLst>
          </p:nvPr>
        </p:nvGraphicFramePr>
        <p:xfrm>
          <a:off x="26433354" y="584224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L0128</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ケン</a:t>
                      </a:r>
                      <a:endParaRPr lang="en-US" altLang="ja-JP" sz="1400" b="0" dirty="0">
                        <a:solidFill>
                          <a:schemeClr val="tx1"/>
                        </a:solidFill>
                      </a:endParaRPr>
                    </a:p>
                    <a:p>
                      <a:pPr algn="ctr"/>
                      <a:r>
                        <a:rPr lang="en-US" altLang="ja-JP" sz="1400" b="0" dirty="0">
                          <a:solidFill>
                            <a:schemeClr val="tx1"/>
                          </a:solidFill>
                        </a:rPr>
                        <a:t>38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42" name="角丸四角形吹き出し 141">
            <a:extLst>
              <a:ext uri="{FF2B5EF4-FFF2-40B4-BE49-F238E27FC236}">
                <a16:creationId xmlns:a16="http://schemas.microsoft.com/office/drawing/2014/main" id="{A2044A00-58DF-7788-8580-56505C4A1933}"/>
              </a:ext>
            </a:extLst>
          </p:cNvPr>
          <p:cNvSpPr/>
          <p:nvPr/>
        </p:nvSpPr>
        <p:spPr>
          <a:xfrm>
            <a:off x="22511421" y="6540746"/>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ボンカタ初回から聴いてます！</a:t>
            </a:r>
            <a:endParaRPr lang="en-US" altLang="ja-JP" sz="1400" dirty="0">
              <a:solidFill>
                <a:sysClr val="windowText" lastClr="000000"/>
              </a:solidFill>
            </a:endParaRPr>
          </a:p>
          <a:p>
            <a:pPr algn="ctr"/>
            <a:r>
              <a:rPr lang="ja-JP" altLang="en-US" sz="1400">
                <a:solidFill>
                  <a:sysClr val="windowText" lastClr="000000"/>
                </a:solidFill>
              </a:rPr>
              <a:t>滋賀支部にぜひ</a:t>
            </a:r>
            <a:r>
              <a:rPr lang="en-US" altLang="ja-JP" sz="1400" dirty="0">
                <a:solidFill>
                  <a:sysClr val="windowText" lastClr="000000"/>
                </a:solidFill>
              </a:rPr>
              <a:t>🙇‍♀️</a:t>
            </a:r>
          </a:p>
        </p:txBody>
      </p:sp>
      <p:graphicFrame>
        <p:nvGraphicFramePr>
          <p:cNvPr id="143" name="表 24">
            <a:extLst>
              <a:ext uri="{FF2B5EF4-FFF2-40B4-BE49-F238E27FC236}">
                <a16:creationId xmlns:a16="http://schemas.microsoft.com/office/drawing/2014/main" id="{B23024B5-13C5-BC89-7CB6-717BFD345101}"/>
              </a:ext>
            </a:extLst>
          </p:cNvPr>
          <p:cNvGraphicFramePr>
            <a:graphicFrameLocks noGrp="1"/>
          </p:cNvGraphicFramePr>
          <p:nvPr>
            <p:extLst>
              <p:ext uri="{D42A27DB-BD31-4B8C-83A1-F6EECF244321}">
                <p14:modId xmlns:p14="http://schemas.microsoft.com/office/powerpoint/2010/main" val="1245795835"/>
              </p:ext>
            </p:extLst>
          </p:nvPr>
        </p:nvGraphicFramePr>
        <p:xfrm>
          <a:off x="26433354" y="65496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L0129</a:t>
                      </a:r>
                    </a:p>
                    <a:p>
                      <a:pPr algn="ctr"/>
                      <a:r>
                        <a:rPr kumimoji="1" lang="ja-JP" altLang="en-US" sz="1400" b="0">
                          <a:solidFill>
                            <a:schemeClr val="tx1"/>
                          </a:solidFill>
                        </a:rPr>
                        <a:t>滋賀</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E1B4"/>
                    </a:solidFill>
                  </a:tcPr>
                </a:tc>
                <a:tc>
                  <a:txBody>
                    <a:bodyPr/>
                    <a:lstStyle/>
                    <a:p>
                      <a:pPr algn="ctr"/>
                      <a:r>
                        <a:rPr lang="ja-JP" altLang="en-US" sz="1400" b="0">
                          <a:solidFill>
                            <a:schemeClr val="tx1"/>
                          </a:solidFill>
                        </a:rPr>
                        <a:t>けいこ</a:t>
                      </a:r>
                      <a:endParaRPr lang="en-US" altLang="ja-JP" sz="1400" b="0" dirty="0">
                        <a:solidFill>
                          <a:schemeClr val="tx1"/>
                        </a:solidFill>
                      </a:endParaRPr>
                    </a:p>
                    <a:p>
                      <a:pPr algn="ctr"/>
                      <a:r>
                        <a:rPr lang="en-US" altLang="ja-JP" sz="1400" b="0" dirty="0">
                          <a:solidFill>
                            <a:schemeClr val="tx1"/>
                          </a:solidFill>
                        </a:rPr>
                        <a:t>57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45" name="表 24">
            <a:extLst>
              <a:ext uri="{FF2B5EF4-FFF2-40B4-BE49-F238E27FC236}">
                <a16:creationId xmlns:a16="http://schemas.microsoft.com/office/drawing/2014/main" id="{87077AD1-2870-B00B-9C70-C4EFDCBF4C54}"/>
              </a:ext>
            </a:extLst>
          </p:cNvPr>
          <p:cNvGraphicFramePr>
            <a:graphicFrameLocks noGrp="1"/>
          </p:cNvGraphicFramePr>
          <p:nvPr>
            <p:extLst>
              <p:ext uri="{D42A27DB-BD31-4B8C-83A1-F6EECF244321}">
                <p14:modId xmlns:p14="http://schemas.microsoft.com/office/powerpoint/2010/main" val="1136059484"/>
              </p:ext>
            </p:extLst>
          </p:nvPr>
        </p:nvGraphicFramePr>
        <p:xfrm>
          <a:off x="26433354" y="731271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L0130</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E"/>
                    </a:solidFill>
                  </a:tcPr>
                </a:tc>
                <a:tc>
                  <a:txBody>
                    <a:bodyPr/>
                    <a:lstStyle/>
                    <a:p>
                      <a:pPr algn="ctr"/>
                      <a:r>
                        <a:rPr lang="ja-JP" altLang="en-US" sz="1400" b="0">
                          <a:solidFill>
                            <a:schemeClr val="tx1"/>
                          </a:solidFill>
                        </a:rPr>
                        <a:t>ゆゆ</a:t>
                      </a:r>
                      <a:endParaRPr lang="en-US" altLang="ja-JP" sz="1400" b="0" dirty="0">
                        <a:solidFill>
                          <a:schemeClr val="tx1"/>
                        </a:solidFill>
                      </a:endParaRPr>
                    </a:p>
                    <a:p>
                      <a:pPr algn="ctr"/>
                      <a:r>
                        <a:rPr lang="en-US" altLang="ja-JP" sz="1400" b="0" dirty="0">
                          <a:solidFill>
                            <a:schemeClr val="tx1"/>
                          </a:solidFill>
                        </a:rPr>
                        <a:t>56</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46" name="角丸四角形吹き出し 145">
            <a:extLst>
              <a:ext uri="{FF2B5EF4-FFF2-40B4-BE49-F238E27FC236}">
                <a16:creationId xmlns:a16="http://schemas.microsoft.com/office/drawing/2014/main" id="{EF28D1CC-3473-1F90-A7E5-58E58CF5F09B}"/>
              </a:ext>
            </a:extLst>
          </p:cNvPr>
          <p:cNvSpPr/>
          <p:nvPr/>
        </p:nvSpPr>
        <p:spPr>
          <a:xfrm>
            <a:off x="22511420" y="7304622"/>
            <a:ext cx="3195045" cy="563033"/>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200">
                <a:solidFill>
                  <a:sysClr val="windowText" lastClr="000000"/>
                </a:solidFill>
              </a:rPr>
              <a:t>ミルクボーイのラジオが大好きです。</a:t>
            </a:r>
            <a:endParaRPr lang="en-US" altLang="ja-JP" sz="1200" dirty="0">
              <a:solidFill>
                <a:sysClr val="windowText" lastClr="000000"/>
              </a:solidFill>
            </a:endParaRPr>
          </a:p>
        </p:txBody>
      </p:sp>
      <p:graphicFrame>
        <p:nvGraphicFramePr>
          <p:cNvPr id="3" name="表 24">
            <a:extLst>
              <a:ext uri="{FF2B5EF4-FFF2-40B4-BE49-F238E27FC236}">
                <a16:creationId xmlns:a16="http://schemas.microsoft.com/office/drawing/2014/main" id="{BFE66C3D-8339-16BE-5044-227D9A666AEE}"/>
              </a:ext>
            </a:extLst>
          </p:cNvPr>
          <p:cNvGraphicFramePr>
            <a:graphicFrameLocks noGrp="1"/>
          </p:cNvGraphicFramePr>
          <p:nvPr>
            <p:extLst>
              <p:ext uri="{D42A27DB-BD31-4B8C-83A1-F6EECF244321}">
                <p14:modId xmlns:p14="http://schemas.microsoft.com/office/powerpoint/2010/main" val="333645015"/>
              </p:ext>
            </p:extLst>
          </p:nvPr>
        </p:nvGraphicFramePr>
        <p:xfrm>
          <a:off x="26433354" y="80800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L0131</a:t>
                      </a:r>
                    </a:p>
                    <a:p>
                      <a:pPr algn="ctr"/>
                      <a:r>
                        <a:rPr kumimoji="1" lang="ja-JP" altLang="en-US" sz="1400" b="0">
                          <a:solidFill>
                            <a:schemeClr val="tx1"/>
                          </a:solidFill>
                        </a:rPr>
                        <a:t>東京</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けんじ</a:t>
                      </a: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1" name="角丸四角形吹き出し 30">
            <a:extLst>
              <a:ext uri="{FF2B5EF4-FFF2-40B4-BE49-F238E27FC236}">
                <a16:creationId xmlns:a16="http://schemas.microsoft.com/office/drawing/2014/main" id="{97AC9748-AC1A-0C32-3230-53F97628EB39}"/>
              </a:ext>
            </a:extLst>
          </p:cNvPr>
          <p:cNvSpPr/>
          <p:nvPr/>
        </p:nvSpPr>
        <p:spPr>
          <a:xfrm>
            <a:off x="22511416" y="8050023"/>
            <a:ext cx="3235936" cy="563032"/>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latin typeface="Google Sans"/>
              </a:rPr>
              <a:t>「そういうとこ出るで」を</a:t>
            </a:r>
            <a:endParaRPr lang="en-US" altLang="ja-JP" sz="1400" dirty="0">
              <a:solidFill>
                <a:srgbClr val="1F1F1F"/>
              </a:solidFill>
              <a:latin typeface="Google Sans"/>
            </a:endParaRPr>
          </a:p>
          <a:p>
            <a:pPr algn="ctr"/>
            <a:r>
              <a:rPr lang="ja-JP" altLang="en-US" sz="1400">
                <a:solidFill>
                  <a:srgbClr val="1F1F1F"/>
                </a:solidFill>
                <a:latin typeface="Google Sans"/>
              </a:rPr>
              <a:t>採用していただきました</a:t>
            </a:r>
            <a:endParaRPr lang="en-US" altLang="ja-JP" sz="1400" dirty="0">
              <a:solidFill>
                <a:sysClr val="windowText" lastClr="000000"/>
              </a:solidFill>
            </a:endParaRPr>
          </a:p>
        </p:txBody>
      </p:sp>
      <p:sp>
        <p:nvSpPr>
          <p:cNvPr id="39" name="角丸四角形吹き出し 38">
            <a:extLst>
              <a:ext uri="{FF2B5EF4-FFF2-40B4-BE49-F238E27FC236}">
                <a16:creationId xmlns:a16="http://schemas.microsoft.com/office/drawing/2014/main" id="{AE0973B7-C704-8019-B10C-0AA1E16B8150}"/>
              </a:ext>
            </a:extLst>
          </p:cNvPr>
          <p:cNvSpPr/>
          <p:nvPr/>
        </p:nvSpPr>
        <p:spPr>
          <a:xfrm>
            <a:off x="22501277" y="8787472"/>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300">
                <a:solidFill>
                  <a:srgbClr val="1F1F1F"/>
                </a:solidFill>
                <a:latin typeface="Google Sans"/>
              </a:rPr>
              <a:t>今さらながら一大勢力に加えてください。</a:t>
            </a:r>
            <a:r>
              <a:rPr lang="hr-HR" altLang="ja-JP" sz="1300" dirty="0">
                <a:solidFill>
                  <a:srgbClr val="1F1F1F"/>
                </a:solidFill>
                <a:latin typeface="Google Sans"/>
              </a:rPr>
              <a:t>LINE</a:t>
            </a:r>
            <a:r>
              <a:rPr lang="ja-JP" altLang="en-US" sz="1300">
                <a:solidFill>
                  <a:srgbClr val="1F1F1F"/>
                </a:solidFill>
                <a:latin typeface="Google Sans"/>
              </a:rPr>
              <a:t>オプチャは入ってます＾＾</a:t>
            </a:r>
            <a:endParaRPr lang="en-US" altLang="ja-JP" sz="1300" dirty="0">
              <a:solidFill>
                <a:sysClr val="windowText" lastClr="000000"/>
              </a:solidFill>
            </a:endParaRPr>
          </a:p>
        </p:txBody>
      </p:sp>
      <p:graphicFrame>
        <p:nvGraphicFramePr>
          <p:cNvPr id="41" name="表 24">
            <a:extLst>
              <a:ext uri="{FF2B5EF4-FFF2-40B4-BE49-F238E27FC236}">
                <a16:creationId xmlns:a16="http://schemas.microsoft.com/office/drawing/2014/main" id="{E33F557D-4F2B-D220-F489-F575682D0DD7}"/>
              </a:ext>
            </a:extLst>
          </p:cNvPr>
          <p:cNvGraphicFramePr>
            <a:graphicFrameLocks noGrp="1"/>
          </p:cNvGraphicFramePr>
          <p:nvPr>
            <p:extLst>
              <p:ext uri="{D42A27DB-BD31-4B8C-83A1-F6EECF244321}">
                <p14:modId xmlns:p14="http://schemas.microsoft.com/office/powerpoint/2010/main" val="4130987272"/>
              </p:ext>
            </p:extLst>
          </p:nvPr>
        </p:nvGraphicFramePr>
        <p:xfrm>
          <a:off x="26433359" y="8832339"/>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L0132</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うたこ</a:t>
                      </a: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53" name="表 24">
            <a:extLst>
              <a:ext uri="{FF2B5EF4-FFF2-40B4-BE49-F238E27FC236}">
                <a16:creationId xmlns:a16="http://schemas.microsoft.com/office/drawing/2014/main" id="{81948A5A-C401-5AE9-30A0-6BA5C6217D56}"/>
              </a:ext>
            </a:extLst>
          </p:cNvPr>
          <p:cNvGraphicFramePr>
            <a:graphicFrameLocks noGrp="1"/>
          </p:cNvGraphicFramePr>
          <p:nvPr>
            <p:extLst>
              <p:ext uri="{D42A27DB-BD31-4B8C-83A1-F6EECF244321}">
                <p14:modId xmlns:p14="http://schemas.microsoft.com/office/powerpoint/2010/main" val="3145924254"/>
              </p:ext>
            </p:extLst>
          </p:nvPr>
        </p:nvGraphicFramePr>
        <p:xfrm>
          <a:off x="26433354" y="958205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L0133</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400" b="0">
                          <a:solidFill>
                            <a:schemeClr val="tx1"/>
                          </a:solidFill>
                        </a:rPr>
                        <a:t>くみこ</a:t>
                      </a:r>
                      <a:endParaRPr lang="en-US" altLang="ja-JP" sz="1400" b="0" dirty="0">
                        <a:solidFill>
                          <a:schemeClr val="tx1"/>
                        </a:solidFill>
                      </a:endParaRPr>
                    </a:p>
                    <a:p>
                      <a:pPr algn="ctr"/>
                      <a:r>
                        <a:rPr lang="en-US" altLang="ja-JP" sz="1400" b="0" dirty="0">
                          <a:solidFill>
                            <a:schemeClr val="tx1"/>
                          </a:solidFill>
                        </a:rPr>
                        <a:t>28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78" name="表 24">
            <a:extLst>
              <a:ext uri="{FF2B5EF4-FFF2-40B4-BE49-F238E27FC236}">
                <a16:creationId xmlns:a16="http://schemas.microsoft.com/office/drawing/2014/main" id="{0FB69B24-8629-68F1-3610-722A35741FC0}"/>
              </a:ext>
            </a:extLst>
          </p:cNvPr>
          <p:cNvGraphicFramePr>
            <a:graphicFrameLocks noGrp="1"/>
          </p:cNvGraphicFramePr>
          <p:nvPr>
            <p:extLst>
              <p:ext uri="{D42A27DB-BD31-4B8C-83A1-F6EECF244321}">
                <p14:modId xmlns:p14="http://schemas.microsoft.com/office/powerpoint/2010/main" val="1311526665"/>
              </p:ext>
            </p:extLst>
          </p:nvPr>
        </p:nvGraphicFramePr>
        <p:xfrm>
          <a:off x="26433354" y="1033464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L0134</a:t>
                      </a:r>
                    </a:p>
                    <a:p>
                      <a:pPr algn="ctr"/>
                      <a:r>
                        <a:rPr kumimoji="1" lang="ja-JP" altLang="en-US" sz="1400" b="0">
                          <a:solidFill>
                            <a:schemeClr val="tx1"/>
                          </a:solidFill>
                        </a:rPr>
                        <a:t>三重</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B92"/>
                    </a:solidFill>
                  </a:tcPr>
                </a:tc>
                <a:tc>
                  <a:txBody>
                    <a:bodyPr/>
                    <a:lstStyle/>
                    <a:p>
                      <a:pPr algn="ctr"/>
                      <a:r>
                        <a:rPr lang="ja-JP" altLang="en-US" sz="1400" b="0">
                          <a:solidFill>
                            <a:schemeClr val="tx1"/>
                          </a:solidFill>
                        </a:rPr>
                        <a:t>ﾎﾟﾝﾎﾟﾝﾍﾟｲﾝ</a:t>
                      </a:r>
                      <a:endParaRPr lang="en-US" altLang="ja-JP" sz="1400" b="0" dirty="0">
                        <a:solidFill>
                          <a:schemeClr val="tx1"/>
                        </a:solidFill>
                      </a:endParaRPr>
                    </a:p>
                    <a:p>
                      <a:pPr algn="ctr"/>
                      <a:r>
                        <a:rPr lang="en-US" altLang="ja-JP" sz="1400" b="0" dirty="0">
                          <a:solidFill>
                            <a:schemeClr val="tx1"/>
                          </a:solidFill>
                        </a:rPr>
                        <a:t>25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83" name="表 24">
            <a:extLst>
              <a:ext uri="{FF2B5EF4-FFF2-40B4-BE49-F238E27FC236}">
                <a16:creationId xmlns:a16="http://schemas.microsoft.com/office/drawing/2014/main" id="{2C7AB601-E04E-085D-86FC-4DA2988A4333}"/>
              </a:ext>
            </a:extLst>
          </p:cNvPr>
          <p:cNvGraphicFramePr>
            <a:graphicFrameLocks noGrp="1"/>
          </p:cNvGraphicFramePr>
          <p:nvPr>
            <p:extLst>
              <p:ext uri="{D42A27DB-BD31-4B8C-83A1-F6EECF244321}">
                <p14:modId xmlns:p14="http://schemas.microsoft.com/office/powerpoint/2010/main" val="1488664465"/>
              </p:ext>
            </p:extLst>
          </p:nvPr>
        </p:nvGraphicFramePr>
        <p:xfrm>
          <a:off x="26433354" y="110855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L0135</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うりぼう</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84" name="表 24">
            <a:extLst>
              <a:ext uri="{FF2B5EF4-FFF2-40B4-BE49-F238E27FC236}">
                <a16:creationId xmlns:a16="http://schemas.microsoft.com/office/drawing/2014/main" id="{52B162B8-468B-7C79-8360-A74321523981}"/>
              </a:ext>
            </a:extLst>
          </p:cNvPr>
          <p:cNvGraphicFramePr>
            <a:graphicFrameLocks noGrp="1"/>
          </p:cNvGraphicFramePr>
          <p:nvPr>
            <p:extLst>
              <p:ext uri="{D42A27DB-BD31-4B8C-83A1-F6EECF244321}">
                <p14:modId xmlns:p14="http://schemas.microsoft.com/office/powerpoint/2010/main" val="2459398235"/>
              </p:ext>
            </p:extLst>
          </p:nvPr>
        </p:nvGraphicFramePr>
        <p:xfrm>
          <a:off x="26433354" y="1184282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L0136</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いぶきんぐ</a:t>
                      </a:r>
                      <a:endParaRPr lang="en-US" altLang="ja-JP" sz="1400" b="0" dirty="0">
                        <a:solidFill>
                          <a:schemeClr val="tx1"/>
                        </a:solidFill>
                      </a:endParaRPr>
                    </a:p>
                    <a:p>
                      <a:pPr algn="ctr"/>
                      <a:r>
                        <a:rPr lang="en-US" altLang="ja-JP" sz="1400" b="0" dirty="0">
                          <a:solidFill>
                            <a:schemeClr val="tx1"/>
                          </a:solidFill>
                        </a:rPr>
                        <a:t>62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85" name="角丸四角形吹き出し 484">
            <a:extLst>
              <a:ext uri="{FF2B5EF4-FFF2-40B4-BE49-F238E27FC236}">
                <a16:creationId xmlns:a16="http://schemas.microsoft.com/office/drawing/2014/main" id="{77D73A26-407A-EC7C-0198-44501037EFB3}"/>
              </a:ext>
            </a:extLst>
          </p:cNvPr>
          <p:cNvSpPr/>
          <p:nvPr/>
        </p:nvSpPr>
        <p:spPr>
          <a:xfrm>
            <a:off x="22531447" y="9553214"/>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latin typeface="Google Sans"/>
              </a:rPr>
              <a:t>大学教員・管理栄養士で</a:t>
            </a:r>
            <a:endParaRPr lang="en-US" altLang="ja-JP" sz="1400" dirty="0">
              <a:solidFill>
                <a:srgbClr val="1F1F1F"/>
              </a:solidFill>
              <a:latin typeface="Google Sans"/>
            </a:endParaRPr>
          </a:p>
          <a:p>
            <a:pPr algn="ctr"/>
            <a:r>
              <a:rPr lang="ja-JP" altLang="en-US" sz="1400">
                <a:solidFill>
                  <a:srgbClr val="1F1F1F"/>
                </a:solidFill>
                <a:latin typeface="Google Sans"/>
              </a:rPr>
              <a:t>米粉パンの研究をしています。</a:t>
            </a:r>
            <a:endParaRPr lang="en-US" altLang="ja-JP" sz="1400" dirty="0">
              <a:solidFill>
                <a:sysClr val="windowText" lastClr="000000"/>
              </a:solidFill>
            </a:endParaRPr>
          </a:p>
        </p:txBody>
      </p:sp>
      <p:sp>
        <p:nvSpPr>
          <p:cNvPr id="506" name="角丸四角形吹き出し 505">
            <a:extLst>
              <a:ext uri="{FF2B5EF4-FFF2-40B4-BE49-F238E27FC236}">
                <a16:creationId xmlns:a16="http://schemas.microsoft.com/office/drawing/2014/main" id="{02A2FF2F-1663-143F-536E-103AEE139A06}"/>
              </a:ext>
            </a:extLst>
          </p:cNvPr>
          <p:cNvSpPr/>
          <p:nvPr/>
        </p:nvSpPr>
        <p:spPr>
          <a:xfrm>
            <a:off x="22511420" y="10319333"/>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latin typeface="Google Sans"/>
              </a:rPr>
              <a:t>今年から聞き始めました。もっと早くから聞いておけばよかったです。楽しい。</a:t>
            </a:r>
            <a:endParaRPr lang="en-US" altLang="ja-JP" sz="1400" dirty="0">
              <a:solidFill>
                <a:srgbClr val="1F1F1F"/>
              </a:solidFill>
              <a:latin typeface="Google Sans"/>
            </a:endParaRPr>
          </a:p>
        </p:txBody>
      </p:sp>
      <p:sp>
        <p:nvSpPr>
          <p:cNvPr id="507" name="角丸四角形吹き出し 506">
            <a:extLst>
              <a:ext uri="{FF2B5EF4-FFF2-40B4-BE49-F238E27FC236}">
                <a16:creationId xmlns:a16="http://schemas.microsoft.com/office/drawing/2014/main" id="{85BB0A66-7F5A-4551-AE7B-E6220692CDC8}"/>
              </a:ext>
            </a:extLst>
          </p:cNvPr>
          <p:cNvSpPr/>
          <p:nvPr/>
        </p:nvSpPr>
        <p:spPr>
          <a:xfrm>
            <a:off x="22511420" y="11082264"/>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latin typeface="Google Sans"/>
              </a:rPr>
              <a:t>ミルク沼にハマりました🎵</a:t>
            </a:r>
            <a:endParaRPr lang="en-US" altLang="ja-JP" sz="1400" dirty="0">
              <a:solidFill>
                <a:sysClr val="windowText" lastClr="000000"/>
              </a:solidFill>
            </a:endParaRPr>
          </a:p>
        </p:txBody>
      </p:sp>
      <p:sp>
        <p:nvSpPr>
          <p:cNvPr id="121" name="角丸四角形吹き出し 120">
            <a:extLst>
              <a:ext uri="{FF2B5EF4-FFF2-40B4-BE49-F238E27FC236}">
                <a16:creationId xmlns:a16="http://schemas.microsoft.com/office/drawing/2014/main" id="{81FE5D94-A554-5B5C-579A-37325267DED7}"/>
              </a:ext>
            </a:extLst>
          </p:cNvPr>
          <p:cNvSpPr/>
          <p:nvPr/>
        </p:nvSpPr>
        <p:spPr>
          <a:xfrm>
            <a:off x="22511420" y="11836026"/>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latin typeface="Google Sans"/>
              </a:rPr>
              <a:t>ボンカタが好きです。</a:t>
            </a:r>
            <a:endParaRPr lang="en-US" altLang="ja-JP" sz="1400" dirty="0">
              <a:solidFill>
                <a:srgbClr val="1F1F1F"/>
              </a:solidFill>
              <a:latin typeface="Google Sans"/>
            </a:endParaRPr>
          </a:p>
          <a:p>
            <a:pPr algn="ctr"/>
            <a:r>
              <a:rPr lang="ja-JP" altLang="en-US" sz="1400">
                <a:solidFill>
                  <a:srgbClr val="1F1F1F"/>
                </a:solidFill>
                <a:latin typeface="Google Sans"/>
              </a:rPr>
              <a:t>ミルクボーイさんを応援したいです。</a:t>
            </a:r>
            <a:endParaRPr lang="en-US" altLang="ja-JP" sz="1400" dirty="0">
              <a:solidFill>
                <a:sysClr val="windowText" lastClr="000000"/>
              </a:solidFill>
            </a:endParaRPr>
          </a:p>
        </p:txBody>
      </p:sp>
      <p:sp>
        <p:nvSpPr>
          <p:cNvPr id="117" name="角丸四角形吹き出し 116">
            <a:extLst>
              <a:ext uri="{FF2B5EF4-FFF2-40B4-BE49-F238E27FC236}">
                <a16:creationId xmlns:a16="http://schemas.microsoft.com/office/drawing/2014/main" id="{1A867A43-3551-4665-24F5-591F1D5816D6}"/>
              </a:ext>
            </a:extLst>
          </p:cNvPr>
          <p:cNvSpPr/>
          <p:nvPr/>
        </p:nvSpPr>
        <p:spPr>
          <a:xfrm>
            <a:off x="22511421" y="12573656"/>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毎週ボンカタを楽しみにしています。いつか皆さんと交流できる日を夢見て</a:t>
            </a:r>
            <a:r>
              <a:rPr lang="en-US" altLang="ja-JP" sz="1400" dirty="0">
                <a:solidFill>
                  <a:sysClr val="windowText" lastClr="000000"/>
                </a:solidFill>
              </a:rPr>
              <a:t>!</a:t>
            </a:r>
            <a:endParaRPr lang="ja-JP" altLang="en-US" sz="1400">
              <a:solidFill>
                <a:sysClr val="windowText" lastClr="000000"/>
              </a:solidFill>
            </a:endParaRPr>
          </a:p>
        </p:txBody>
      </p:sp>
      <p:graphicFrame>
        <p:nvGraphicFramePr>
          <p:cNvPr id="140" name="表 24">
            <a:extLst>
              <a:ext uri="{FF2B5EF4-FFF2-40B4-BE49-F238E27FC236}">
                <a16:creationId xmlns:a16="http://schemas.microsoft.com/office/drawing/2014/main" id="{234A998D-19F9-6530-A552-AFE30B9A2D63}"/>
              </a:ext>
            </a:extLst>
          </p:cNvPr>
          <p:cNvGraphicFramePr>
            <a:graphicFrameLocks noGrp="1"/>
          </p:cNvGraphicFramePr>
          <p:nvPr>
            <p:extLst>
              <p:ext uri="{D42A27DB-BD31-4B8C-83A1-F6EECF244321}">
                <p14:modId xmlns:p14="http://schemas.microsoft.com/office/powerpoint/2010/main" val="2079023442"/>
              </p:ext>
            </p:extLst>
          </p:nvPr>
        </p:nvGraphicFramePr>
        <p:xfrm>
          <a:off x="26433354" y="1256897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L01137</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相棒</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41" name="表 24">
            <a:extLst>
              <a:ext uri="{FF2B5EF4-FFF2-40B4-BE49-F238E27FC236}">
                <a16:creationId xmlns:a16="http://schemas.microsoft.com/office/drawing/2014/main" id="{0AA05297-F461-5404-EEB1-D7A27A3961B1}"/>
              </a:ext>
            </a:extLst>
          </p:cNvPr>
          <p:cNvGraphicFramePr>
            <a:graphicFrameLocks noGrp="1"/>
          </p:cNvGraphicFramePr>
          <p:nvPr>
            <p:extLst>
              <p:ext uri="{D42A27DB-BD31-4B8C-83A1-F6EECF244321}">
                <p14:modId xmlns:p14="http://schemas.microsoft.com/office/powerpoint/2010/main" val="1953175076"/>
              </p:ext>
            </p:extLst>
          </p:nvPr>
        </p:nvGraphicFramePr>
        <p:xfrm>
          <a:off x="26433354" y="1327902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L0138</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しょうこ</a:t>
                      </a:r>
                      <a:endParaRPr lang="en-US" altLang="ja-JP" sz="1400" b="0" dirty="0">
                        <a:solidFill>
                          <a:schemeClr val="tx1"/>
                        </a:solidFill>
                      </a:endParaRPr>
                    </a:p>
                    <a:p>
                      <a:pPr algn="ctr"/>
                      <a:r>
                        <a:rPr lang="en-US" altLang="ja-JP" sz="1400" b="0" dirty="0">
                          <a:solidFill>
                            <a:schemeClr val="tx1"/>
                          </a:solidFill>
                        </a:rPr>
                        <a:t>54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47" name="角丸四角形吹き出し 146">
            <a:extLst>
              <a:ext uri="{FF2B5EF4-FFF2-40B4-BE49-F238E27FC236}">
                <a16:creationId xmlns:a16="http://schemas.microsoft.com/office/drawing/2014/main" id="{2A5F2689-6A28-A8CC-5F33-5BF2A5832433}"/>
              </a:ext>
            </a:extLst>
          </p:cNvPr>
          <p:cNvSpPr/>
          <p:nvPr/>
        </p:nvSpPr>
        <p:spPr>
          <a:xfrm>
            <a:off x="22511420" y="13275700"/>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漫才大好きおばちゃんですヽ</a:t>
            </a:r>
            <a:r>
              <a:rPr lang="en-US" altLang="ja-JP" sz="1400" dirty="0">
                <a:solidFill>
                  <a:sysClr val="windowText" lastClr="000000"/>
                </a:solidFill>
              </a:rPr>
              <a:t>(*´∀</a:t>
            </a:r>
            <a:r>
              <a:rPr lang="ja-JP" altLang="en-US" sz="1400">
                <a:solidFill>
                  <a:sysClr val="windowText" lastClr="000000"/>
                </a:solidFill>
              </a:rPr>
              <a:t>｀</a:t>
            </a:r>
            <a:r>
              <a:rPr lang="en-US" altLang="ja-JP" sz="1400" dirty="0">
                <a:solidFill>
                  <a:sysClr val="windowText" lastClr="000000"/>
                </a:solidFill>
              </a:rPr>
              <a:t>)</a:t>
            </a:r>
          </a:p>
        </p:txBody>
      </p:sp>
      <p:graphicFrame>
        <p:nvGraphicFramePr>
          <p:cNvPr id="149" name="表 24">
            <a:extLst>
              <a:ext uri="{FF2B5EF4-FFF2-40B4-BE49-F238E27FC236}">
                <a16:creationId xmlns:a16="http://schemas.microsoft.com/office/drawing/2014/main" id="{E22F70B6-A860-B3A5-2550-78B47004B7D9}"/>
              </a:ext>
            </a:extLst>
          </p:cNvPr>
          <p:cNvGraphicFramePr>
            <a:graphicFrameLocks noGrp="1"/>
          </p:cNvGraphicFramePr>
          <p:nvPr>
            <p:extLst>
              <p:ext uri="{D42A27DB-BD31-4B8C-83A1-F6EECF244321}">
                <p14:modId xmlns:p14="http://schemas.microsoft.com/office/powerpoint/2010/main" val="1372697167"/>
              </p:ext>
            </p:extLst>
          </p:nvPr>
        </p:nvGraphicFramePr>
        <p:xfrm>
          <a:off x="26433354" y="1414215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L0139</a:t>
                      </a:r>
                    </a:p>
                    <a:p>
                      <a:pPr algn="ctr"/>
                      <a:r>
                        <a:rPr kumimoji="1" lang="ja-JP" altLang="en-US" sz="1400" b="0">
                          <a:solidFill>
                            <a:schemeClr val="tx1"/>
                          </a:solidFill>
                        </a:rPr>
                        <a:t>東京</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れーこ</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50" name="角丸四角形吹き出し 149">
            <a:extLst>
              <a:ext uri="{FF2B5EF4-FFF2-40B4-BE49-F238E27FC236}">
                <a16:creationId xmlns:a16="http://schemas.microsoft.com/office/drawing/2014/main" id="{005FD072-E70E-A9EC-7C03-64B86ABB10B2}"/>
              </a:ext>
            </a:extLst>
          </p:cNvPr>
          <p:cNvSpPr/>
          <p:nvPr/>
        </p:nvSpPr>
        <p:spPr>
          <a:xfrm>
            <a:off x="22511416" y="14112166"/>
            <a:ext cx="3235936" cy="563032"/>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粋のお笑い好きです。去年からボンカタ聞き始めミルク沼にハマりました。</a:t>
            </a:r>
          </a:p>
        </p:txBody>
      </p:sp>
      <p:graphicFrame>
        <p:nvGraphicFramePr>
          <p:cNvPr id="152" name="表 24">
            <a:extLst>
              <a:ext uri="{FF2B5EF4-FFF2-40B4-BE49-F238E27FC236}">
                <a16:creationId xmlns:a16="http://schemas.microsoft.com/office/drawing/2014/main" id="{759E5D4A-4043-E7E7-DD13-3219831D5CBA}"/>
              </a:ext>
            </a:extLst>
          </p:cNvPr>
          <p:cNvGraphicFramePr>
            <a:graphicFrameLocks noGrp="1"/>
          </p:cNvGraphicFramePr>
          <p:nvPr>
            <p:extLst>
              <p:ext uri="{D42A27DB-BD31-4B8C-83A1-F6EECF244321}">
                <p14:modId xmlns:p14="http://schemas.microsoft.com/office/powerpoint/2010/main" val="553608291"/>
              </p:ext>
            </p:extLst>
          </p:nvPr>
        </p:nvGraphicFramePr>
        <p:xfrm>
          <a:off x="26433354" y="1486897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L0140</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あん玉律子</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53" name="角丸四角形吹き出し 152">
            <a:extLst>
              <a:ext uri="{FF2B5EF4-FFF2-40B4-BE49-F238E27FC236}">
                <a16:creationId xmlns:a16="http://schemas.microsoft.com/office/drawing/2014/main" id="{67CB03FD-A5A4-B183-CFA3-76691A5DF51F}"/>
              </a:ext>
            </a:extLst>
          </p:cNvPr>
          <p:cNvSpPr/>
          <p:nvPr/>
        </p:nvSpPr>
        <p:spPr>
          <a:xfrm>
            <a:off x="22511420" y="14862176"/>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勝手に１人横浜支部</a:t>
            </a:r>
            <a:r>
              <a:rPr lang="en-US" altLang="ja-JP" sz="1400" dirty="0">
                <a:solidFill>
                  <a:sysClr val="windowText" lastClr="000000"/>
                </a:solidFill>
              </a:rPr>
              <a:t>(</a:t>
            </a:r>
            <a:r>
              <a:rPr lang="ja-JP" altLang="en-US" sz="1400">
                <a:solidFill>
                  <a:sysClr val="windowText" lastClr="000000"/>
                </a:solidFill>
              </a:rPr>
              <a:t>トタン小屋</a:t>
            </a:r>
            <a:r>
              <a:rPr lang="en-US" altLang="ja-JP" sz="1400" dirty="0">
                <a:solidFill>
                  <a:sysClr val="windowText" lastClr="000000"/>
                </a:solidFill>
              </a:rPr>
              <a:t>)</a:t>
            </a:r>
            <a:r>
              <a:rPr lang="ja-JP" altLang="en-US" sz="1400">
                <a:solidFill>
                  <a:sysClr val="windowText" lastClr="000000"/>
                </a:solidFill>
              </a:rPr>
              <a:t>で</a:t>
            </a:r>
            <a:endParaRPr lang="en-US" altLang="ja-JP" sz="1400" dirty="0">
              <a:solidFill>
                <a:sysClr val="windowText" lastClr="000000"/>
              </a:solidFill>
            </a:endParaRPr>
          </a:p>
          <a:p>
            <a:pPr algn="ctr"/>
            <a:r>
              <a:rPr lang="ja-JP" altLang="en-US" sz="1400">
                <a:solidFill>
                  <a:sysClr val="windowText" lastClr="000000"/>
                </a:solidFill>
              </a:rPr>
              <a:t>ミルク推し活しています。</a:t>
            </a:r>
            <a:endParaRPr lang="en-US" altLang="ja-JP" sz="1400" dirty="0">
              <a:solidFill>
                <a:sysClr val="windowText" lastClr="000000"/>
              </a:solidFill>
            </a:endParaRPr>
          </a:p>
        </p:txBody>
      </p:sp>
      <p:sp>
        <p:nvSpPr>
          <p:cNvPr id="156" name="角丸四角形吹き出し 155">
            <a:extLst>
              <a:ext uri="{FF2B5EF4-FFF2-40B4-BE49-F238E27FC236}">
                <a16:creationId xmlns:a16="http://schemas.microsoft.com/office/drawing/2014/main" id="{2C119A6D-3AD3-44FF-4AC6-50FC6A0A4917}"/>
              </a:ext>
            </a:extLst>
          </p:cNvPr>
          <p:cNvSpPr/>
          <p:nvPr/>
        </p:nvSpPr>
        <p:spPr>
          <a:xfrm>
            <a:off x="22511421" y="15607912"/>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かずこの会のお仲間になりたいです。よろしくお願いします。</a:t>
            </a:r>
          </a:p>
        </p:txBody>
      </p:sp>
      <p:graphicFrame>
        <p:nvGraphicFramePr>
          <p:cNvPr id="157" name="表 24">
            <a:extLst>
              <a:ext uri="{FF2B5EF4-FFF2-40B4-BE49-F238E27FC236}">
                <a16:creationId xmlns:a16="http://schemas.microsoft.com/office/drawing/2014/main" id="{22CE5F29-6586-8B7E-1076-3640068944CC}"/>
              </a:ext>
            </a:extLst>
          </p:cNvPr>
          <p:cNvGraphicFramePr>
            <a:graphicFrameLocks noGrp="1"/>
          </p:cNvGraphicFramePr>
          <p:nvPr>
            <p:extLst>
              <p:ext uri="{D42A27DB-BD31-4B8C-83A1-F6EECF244321}">
                <p14:modId xmlns:p14="http://schemas.microsoft.com/office/powerpoint/2010/main" val="3180439950"/>
              </p:ext>
            </p:extLst>
          </p:nvPr>
        </p:nvGraphicFramePr>
        <p:xfrm>
          <a:off x="26433358" y="15603232"/>
          <a:ext cx="2284867" cy="518160"/>
        </p:xfrm>
        <a:graphic>
          <a:graphicData uri="http://schemas.openxmlformats.org/drawingml/2006/table">
            <a:tbl>
              <a:tblPr firstRow="1" bandRow="1">
                <a:tableStyleId>{5C22544A-7EE6-4342-B048-85BDC9FD1C3A}</a:tableStyleId>
              </a:tblPr>
              <a:tblGrid>
                <a:gridCol w="667941">
                  <a:extLst>
                    <a:ext uri="{9D8B030D-6E8A-4147-A177-3AD203B41FA5}">
                      <a16:colId xmlns:a16="http://schemas.microsoft.com/office/drawing/2014/main" val="291495438"/>
                    </a:ext>
                  </a:extLst>
                </a:gridCol>
                <a:gridCol w="161692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L0141</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200" b="0">
                          <a:solidFill>
                            <a:schemeClr val="tx1"/>
                          </a:solidFill>
                        </a:rPr>
                        <a:t>鼻が上向いてまんねん</a:t>
                      </a:r>
                      <a:endParaRPr lang="en-US" altLang="ja-JP" sz="12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59" name="角丸四角形吹き出し 158">
            <a:extLst>
              <a:ext uri="{FF2B5EF4-FFF2-40B4-BE49-F238E27FC236}">
                <a16:creationId xmlns:a16="http://schemas.microsoft.com/office/drawing/2014/main" id="{05086979-C91B-D88C-A8DD-35D65D5F9EE8}"/>
              </a:ext>
            </a:extLst>
          </p:cNvPr>
          <p:cNvSpPr/>
          <p:nvPr/>
        </p:nvSpPr>
        <p:spPr>
          <a:xfrm>
            <a:off x="22501277" y="16340527"/>
            <a:ext cx="3289695" cy="507089"/>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300">
                <a:solidFill>
                  <a:sysClr val="windowText" lastClr="000000"/>
                </a:solidFill>
              </a:rPr>
              <a:t>学校と家でお笑いについて語る毎日。</a:t>
            </a:r>
          </a:p>
        </p:txBody>
      </p:sp>
      <p:graphicFrame>
        <p:nvGraphicFramePr>
          <p:cNvPr id="160" name="表 24">
            <a:extLst>
              <a:ext uri="{FF2B5EF4-FFF2-40B4-BE49-F238E27FC236}">
                <a16:creationId xmlns:a16="http://schemas.microsoft.com/office/drawing/2014/main" id="{9255BB1F-799D-17E0-688E-51A65902FF9D}"/>
              </a:ext>
            </a:extLst>
          </p:cNvPr>
          <p:cNvGraphicFramePr>
            <a:graphicFrameLocks noGrp="1"/>
          </p:cNvGraphicFramePr>
          <p:nvPr>
            <p:extLst>
              <p:ext uri="{D42A27DB-BD31-4B8C-83A1-F6EECF244321}">
                <p14:modId xmlns:p14="http://schemas.microsoft.com/office/powerpoint/2010/main" val="236758271"/>
              </p:ext>
            </p:extLst>
          </p:nvPr>
        </p:nvGraphicFramePr>
        <p:xfrm>
          <a:off x="26433357" y="16360468"/>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L0142</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めい</a:t>
                      </a:r>
                      <a:endParaRPr lang="en-US" altLang="ja-JP" sz="1400" b="0" dirty="0">
                        <a:solidFill>
                          <a:schemeClr val="tx1"/>
                        </a:solidFill>
                      </a:endParaRPr>
                    </a:p>
                    <a:p>
                      <a:pPr algn="ctr"/>
                      <a:r>
                        <a:rPr lang="en-US" altLang="ja-JP" sz="1400" b="0" dirty="0">
                          <a:solidFill>
                            <a:schemeClr val="tx1"/>
                          </a:solidFill>
                        </a:rPr>
                        <a:t>13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86" name="表 24">
            <a:extLst>
              <a:ext uri="{FF2B5EF4-FFF2-40B4-BE49-F238E27FC236}">
                <a16:creationId xmlns:a16="http://schemas.microsoft.com/office/drawing/2014/main" id="{3C7E92D1-47EE-544E-6CB8-9087DBDB04E7}"/>
              </a:ext>
            </a:extLst>
          </p:cNvPr>
          <p:cNvGraphicFramePr>
            <a:graphicFrameLocks noGrp="1"/>
          </p:cNvGraphicFramePr>
          <p:nvPr>
            <p:extLst>
              <p:ext uri="{D42A27DB-BD31-4B8C-83A1-F6EECF244321}">
                <p14:modId xmlns:p14="http://schemas.microsoft.com/office/powerpoint/2010/main" val="2399027768"/>
              </p:ext>
            </p:extLst>
          </p:nvPr>
        </p:nvGraphicFramePr>
        <p:xfrm>
          <a:off x="26433353" y="17073705"/>
          <a:ext cx="2439660" cy="518160"/>
        </p:xfrm>
        <a:graphic>
          <a:graphicData uri="http://schemas.openxmlformats.org/drawingml/2006/table">
            <a:tbl>
              <a:tblPr firstRow="1" bandRow="1">
                <a:tableStyleId>{5C22544A-7EE6-4342-B048-85BDC9FD1C3A}</a:tableStyleId>
              </a:tblPr>
              <a:tblGrid>
                <a:gridCol w="672549">
                  <a:extLst>
                    <a:ext uri="{9D8B030D-6E8A-4147-A177-3AD203B41FA5}">
                      <a16:colId xmlns:a16="http://schemas.microsoft.com/office/drawing/2014/main" val="291495438"/>
                    </a:ext>
                  </a:extLst>
                </a:gridCol>
                <a:gridCol w="1767111">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L0143</a:t>
                      </a:r>
                    </a:p>
                    <a:p>
                      <a:pPr algn="ctr"/>
                      <a:r>
                        <a:rPr kumimoji="1" lang="ja-JP" altLang="en-US" sz="1400" b="0">
                          <a:solidFill>
                            <a:schemeClr val="bg1"/>
                          </a:solidFill>
                        </a:rPr>
                        <a:t>大分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8234"/>
                    </a:solidFill>
                  </a:tcPr>
                </a:tc>
                <a:tc>
                  <a:txBody>
                    <a:bodyPr/>
                    <a:lstStyle/>
                    <a:p>
                      <a:pPr algn="ctr"/>
                      <a:r>
                        <a:rPr lang="ja-JP" altLang="en-US" sz="1200" b="0">
                          <a:solidFill>
                            <a:schemeClr val="tx1"/>
                          </a:solidFill>
                        </a:rPr>
                        <a:t>マロンパイは手で食べる</a:t>
                      </a:r>
                      <a:endParaRPr lang="en-US" altLang="ja-JP" sz="1200" b="0" dirty="0">
                        <a:solidFill>
                          <a:schemeClr val="tx1"/>
                        </a:solidFill>
                      </a:endParaRPr>
                    </a:p>
                    <a:p>
                      <a:pPr algn="ctr"/>
                      <a:r>
                        <a:rPr lang="en-US" altLang="ja-JP" sz="1400" b="0" dirty="0">
                          <a:solidFill>
                            <a:schemeClr val="tx1"/>
                          </a:solidFill>
                        </a:rPr>
                        <a:t>44</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89" name="角丸四角形吹き出し 488">
            <a:extLst>
              <a:ext uri="{FF2B5EF4-FFF2-40B4-BE49-F238E27FC236}">
                <a16:creationId xmlns:a16="http://schemas.microsoft.com/office/drawing/2014/main" id="{0266256E-7423-1625-F952-CB7AAE3E0B95}"/>
              </a:ext>
            </a:extLst>
          </p:cNvPr>
          <p:cNvSpPr/>
          <p:nvPr/>
        </p:nvSpPr>
        <p:spPr>
          <a:xfrm>
            <a:off x="22501273" y="17065264"/>
            <a:ext cx="3299838"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200">
                <a:solidFill>
                  <a:sysClr val="windowText" lastClr="000000"/>
                </a:solidFill>
              </a:rPr>
              <a:t>ミルクボーイさん大好きです。生産者ネームを名乗っておりますが投稿したことはないです。</a:t>
            </a:r>
          </a:p>
        </p:txBody>
      </p:sp>
      <p:sp>
        <p:nvSpPr>
          <p:cNvPr id="134" name="角丸四角形吹き出し 133">
            <a:extLst>
              <a:ext uri="{FF2B5EF4-FFF2-40B4-BE49-F238E27FC236}">
                <a16:creationId xmlns:a16="http://schemas.microsoft.com/office/drawing/2014/main" id="{70F095B2-CAE9-B3F5-66F4-037A4A1D4E76}"/>
              </a:ext>
            </a:extLst>
          </p:cNvPr>
          <p:cNvSpPr/>
          <p:nvPr/>
        </p:nvSpPr>
        <p:spPr>
          <a:xfrm>
            <a:off x="22511421" y="17829677"/>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かずこの会に入会する、ギリギリ</a:t>
            </a:r>
            <a:endParaRPr lang="en-US" altLang="ja-JP" sz="1400" dirty="0">
              <a:solidFill>
                <a:sysClr val="windowText" lastClr="000000"/>
              </a:solidFill>
            </a:endParaRPr>
          </a:p>
          <a:p>
            <a:pPr algn="ctr"/>
            <a:r>
              <a:rPr lang="ja-JP" altLang="en-US" sz="1400">
                <a:solidFill>
                  <a:sysClr val="windowText" lastClr="000000"/>
                </a:solidFill>
              </a:rPr>
              <a:t>今年の目標達成です！</a:t>
            </a:r>
          </a:p>
        </p:txBody>
      </p:sp>
      <p:graphicFrame>
        <p:nvGraphicFramePr>
          <p:cNvPr id="135" name="表 24">
            <a:extLst>
              <a:ext uri="{FF2B5EF4-FFF2-40B4-BE49-F238E27FC236}">
                <a16:creationId xmlns:a16="http://schemas.microsoft.com/office/drawing/2014/main" id="{01FE6CC8-1003-DE4C-1E07-504BB3857C35}"/>
              </a:ext>
            </a:extLst>
          </p:cNvPr>
          <p:cNvGraphicFramePr>
            <a:graphicFrameLocks noGrp="1"/>
          </p:cNvGraphicFramePr>
          <p:nvPr>
            <p:extLst>
              <p:ext uri="{D42A27DB-BD31-4B8C-83A1-F6EECF244321}">
                <p14:modId xmlns:p14="http://schemas.microsoft.com/office/powerpoint/2010/main" val="213131056"/>
              </p:ext>
            </p:extLst>
          </p:nvPr>
        </p:nvGraphicFramePr>
        <p:xfrm>
          <a:off x="26433354" y="17824997"/>
          <a:ext cx="1830908" cy="518160"/>
        </p:xfrm>
        <a:graphic>
          <a:graphicData uri="http://schemas.openxmlformats.org/drawingml/2006/table">
            <a:tbl>
              <a:tblPr firstRow="1" bandRow="1">
                <a:tableStyleId>{5C22544A-7EE6-4342-B048-85BDC9FD1C3A}</a:tableStyleId>
              </a:tblPr>
              <a:tblGrid>
                <a:gridCol w="657434">
                  <a:extLst>
                    <a:ext uri="{9D8B030D-6E8A-4147-A177-3AD203B41FA5}">
                      <a16:colId xmlns:a16="http://schemas.microsoft.com/office/drawing/2014/main" val="291495438"/>
                    </a:ext>
                  </a:extLst>
                </a:gridCol>
                <a:gridCol w="117347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L0144</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なないろ</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37" name="表 24">
            <a:extLst>
              <a:ext uri="{FF2B5EF4-FFF2-40B4-BE49-F238E27FC236}">
                <a16:creationId xmlns:a16="http://schemas.microsoft.com/office/drawing/2014/main" id="{7FBDF554-5489-59AB-9278-02614BDD7190}"/>
              </a:ext>
            </a:extLst>
          </p:cNvPr>
          <p:cNvGraphicFramePr>
            <a:graphicFrameLocks noGrp="1"/>
          </p:cNvGraphicFramePr>
          <p:nvPr>
            <p:extLst>
              <p:ext uri="{D42A27DB-BD31-4B8C-83A1-F6EECF244321}">
                <p14:modId xmlns:p14="http://schemas.microsoft.com/office/powerpoint/2010/main" val="3834330716"/>
              </p:ext>
            </p:extLst>
          </p:nvPr>
        </p:nvGraphicFramePr>
        <p:xfrm>
          <a:off x="26433358" y="18571921"/>
          <a:ext cx="2063041" cy="518160"/>
        </p:xfrm>
        <a:graphic>
          <a:graphicData uri="http://schemas.openxmlformats.org/drawingml/2006/table">
            <a:tbl>
              <a:tblPr firstRow="1" bandRow="1">
                <a:tableStyleId>{5C22544A-7EE6-4342-B048-85BDC9FD1C3A}</a:tableStyleId>
              </a:tblPr>
              <a:tblGrid>
                <a:gridCol w="740357">
                  <a:extLst>
                    <a:ext uri="{9D8B030D-6E8A-4147-A177-3AD203B41FA5}">
                      <a16:colId xmlns:a16="http://schemas.microsoft.com/office/drawing/2014/main" val="291495438"/>
                    </a:ext>
                  </a:extLst>
                </a:gridCol>
                <a:gridCol w="132268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L0145</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200" b="0">
                          <a:solidFill>
                            <a:schemeClr val="tx1"/>
                          </a:solidFill>
                        </a:rPr>
                        <a:t>ミシシッピリバー</a:t>
                      </a:r>
                      <a:endParaRPr lang="en-US" altLang="ja-JP" sz="1200" b="0" dirty="0">
                        <a:solidFill>
                          <a:schemeClr val="tx1"/>
                        </a:solidFill>
                      </a:endParaRPr>
                    </a:p>
                    <a:p>
                      <a:pPr algn="ctr"/>
                      <a:r>
                        <a:rPr lang="en-US" altLang="ja-JP" sz="1400" b="0" dirty="0">
                          <a:solidFill>
                            <a:schemeClr val="tx1"/>
                          </a:solidFill>
                        </a:rPr>
                        <a:t>42</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38" name="角丸四角形吹き出し 137">
            <a:extLst>
              <a:ext uri="{FF2B5EF4-FFF2-40B4-BE49-F238E27FC236}">
                <a16:creationId xmlns:a16="http://schemas.microsoft.com/office/drawing/2014/main" id="{E73D9DA8-DF6C-0F00-B1F1-BCE55C666BE6}"/>
              </a:ext>
            </a:extLst>
          </p:cNvPr>
          <p:cNvSpPr/>
          <p:nvPr/>
        </p:nvSpPr>
        <p:spPr>
          <a:xfrm>
            <a:off x="22511420" y="18565119"/>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駒場さんの影響で除湿機買いました笑！ミルクボーイはカリスマ！</a:t>
            </a:r>
            <a:endParaRPr lang="en-US" altLang="ja-JP" sz="1400" dirty="0">
              <a:solidFill>
                <a:sysClr val="windowText" lastClr="000000"/>
              </a:solidFill>
            </a:endParaRPr>
          </a:p>
        </p:txBody>
      </p:sp>
      <p:sp>
        <p:nvSpPr>
          <p:cNvPr id="136" name="角丸四角形吹き出し 135">
            <a:extLst>
              <a:ext uri="{FF2B5EF4-FFF2-40B4-BE49-F238E27FC236}">
                <a16:creationId xmlns:a16="http://schemas.microsoft.com/office/drawing/2014/main" id="{C5BF9580-0907-B60C-A35C-D4D01234655B}"/>
              </a:ext>
            </a:extLst>
          </p:cNvPr>
          <p:cNvSpPr/>
          <p:nvPr/>
        </p:nvSpPr>
        <p:spPr>
          <a:xfrm>
            <a:off x="22511421" y="1932717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highlight>
                  <a:srgbClr val="FFFFFF"/>
                </a:highlight>
                <a:latin typeface="Google Sans"/>
              </a:rPr>
              <a:t>内海さんにおっさん村への入村を認められたことが人生のハイライトです。</a:t>
            </a:r>
            <a:endParaRPr lang="en-US" altLang="ja-JP" sz="1400" dirty="0">
              <a:solidFill>
                <a:srgbClr val="1F1F1F"/>
              </a:solidFill>
              <a:highlight>
                <a:srgbClr val="FFFFFF"/>
              </a:highlight>
              <a:latin typeface="Google Sans"/>
            </a:endParaRPr>
          </a:p>
        </p:txBody>
      </p:sp>
      <p:graphicFrame>
        <p:nvGraphicFramePr>
          <p:cNvPr id="139" name="表 24">
            <a:extLst>
              <a:ext uri="{FF2B5EF4-FFF2-40B4-BE49-F238E27FC236}">
                <a16:creationId xmlns:a16="http://schemas.microsoft.com/office/drawing/2014/main" id="{491CC7DA-F946-E67E-05ED-BB7724B0A374}"/>
              </a:ext>
            </a:extLst>
          </p:cNvPr>
          <p:cNvGraphicFramePr>
            <a:graphicFrameLocks noGrp="1"/>
          </p:cNvGraphicFramePr>
          <p:nvPr>
            <p:extLst>
              <p:ext uri="{D42A27DB-BD31-4B8C-83A1-F6EECF244321}">
                <p14:modId xmlns:p14="http://schemas.microsoft.com/office/powerpoint/2010/main" val="701867226"/>
              </p:ext>
            </p:extLst>
          </p:nvPr>
        </p:nvGraphicFramePr>
        <p:xfrm>
          <a:off x="26433353" y="19322493"/>
          <a:ext cx="2439660" cy="518160"/>
        </p:xfrm>
        <a:graphic>
          <a:graphicData uri="http://schemas.openxmlformats.org/drawingml/2006/table">
            <a:tbl>
              <a:tblPr firstRow="1" bandRow="1">
                <a:tableStyleId>{5C22544A-7EE6-4342-B048-85BDC9FD1C3A}</a:tableStyleId>
              </a:tblPr>
              <a:tblGrid>
                <a:gridCol w="876022">
                  <a:extLst>
                    <a:ext uri="{9D8B030D-6E8A-4147-A177-3AD203B41FA5}">
                      <a16:colId xmlns:a16="http://schemas.microsoft.com/office/drawing/2014/main" val="291495438"/>
                    </a:ext>
                  </a:extLst>
                </a:gridCol>
                <a:gridCol w="1563638">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L0146</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モハメド・アヴ男</a:t>
                      </a:r>
                      <a:endParaRPr lang="en-US" altLang="ja-JP" sz="1400" b="0" dirty="0">
                        <a:solidFill>
                          <a:schemeClr val="tx1"/>
                        </a:solidFill>
                      </a:endParaRPr>
                    </a:p>
                    <a:p>
                      <a:pPr algn="ctr"/>
                      <a:r>
                        <a:rPr lang="en-US" altLang="ja-JP" sz="1400" b="0" dirty="0">
                          <a:solidFill>
                            <a:schemeClr val="tx1"/>
                          </a:solidFill>
                        </a:rPr>
                        <a:t>26</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48" name="角丸四角形吹き出し 147">
            <a:extLst>
              <a:ext uri="{FF2B5EF4-FFF2-40B4-BE49-F238E27FC236}">
                <a16:creationId xmlns:a16="http://schemas.microsoft.com/office/drawing/2014/main" id="{84F1434F-2A7D-E51B-5986-CD1BF7C4FF82}"/>
              </a:ext>
            </a:extLst>
          </p:cNvPr>
          <p:cNvSpPr/>
          <p:nvPr/>
        </p:nvSpPr>
        <p:spPr>
          <a:xfrm>
            <a:off x="22501276" y="20024512"/>
            <a:ext cx="332343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rgbClr val="1F1F1F"/>
                </a:solidFill>
                <a:highlight>
                  <a:srgbClr val="FFFFFF"/>
                </a:highlight>
                <a:latin typeface="Google Sans"/>
              </a:rPr>
              <a:t>おっちゃんに散髪してもらう為に、</a:t>
            </a:r>
            <a:endParaRPr lang="en-US" altLang="ja-JP" sz="1400" dirty="0">
              <a:solidFill>
                <a:srgbClr val="1F1F1F"/>
              </a:solidFill>
              <a:highlight>
                <a:srgbClr val="FFFFFF"/>
              </a:highlight>
              <a:latin typeface="Google Sans"/>
            </a:endParaRPr>
          </a:p>
          <a:p>
            <a:pPr algn="ctr"/>
            <a:r>
              <a:rPr lang="ja-JP" altLang="en-US" sz="1400">
                <a:solidFill>
                  <a:srgbClr val="1F1F1F"/>
                </a:solidFill>
                <a:highlight>
                  <a:srgbClr val="FFFFFF"/>
                </a:highlight>
                <a:latin typeface="Google Sans"/>
              </a:rPr>
              <a:t>愛知県から行っていました</a:t>
            </a:r>
            <a:endParaRPr lang="en-US" altLang="ja-JP" sz="1400" dirty="0">
              <a:solidFill>
                <a:sysClr val="windowText" lastClr="000000"/>
              </a:solidFill>
            </a:endParaRPr>
          </a:p>
        </p:txBody>
      </p:sp>
      <p:graphicFrame>
        <p:nvGraphicFramePr>
          <p:cNvPr id="151" name="表 24">
            <a:extLst>
              <a:ext uri="{FF2B5EF4-FFF2-40B4-BE49-F238E27FC236}">
                <a16:creationId xmlns:a16="http://schemas.microsoft.com/office/drawing/2014/main" id="{D09E8AD5-5E07-DE7E-A6E0-984349530DF3}"/>
              </a:ext>
            </a:extLst>
          </p:cNvPr>
          <p:cNvGraphicFramePr>
            <a:graphicFrameLocks noGrp="1"/>
          </p:cNvGraphicFramePr>
          <p:nvPr>
            <p:extLst>
              <p:ext uri="{D42A27DB-BD31-4B8C-83A1-F6EECF244321}">
                <p14:modId xmlns:p14="http://schemas.microsoft.com/office/powerpoint/2010/main" val="472520061"/>
              </p:ext>
            </p:extLst>
          </p:nvPr>
        </p:nvGraphicFramePr>
        <p:xfrm>
          <a:off x="26432090" y="20052591"/>
          <a:ext cx="2063040" cy="518160"/>
        </p:xfrm>
        <a:graphic>
          <a:graphicData uri="http://schemas.openxmlformats.org/drawingml/2006/table">
            <a:tbl>
              <a:tblPr firstRow="1" bandRow="1">
                <a:tableStyleId>{5C22544A-7EE6-4342-B048-85BDC9FD1C3A}</a:tableStyleId>
              </a:tblPr>
              <a:tblGrid>
                <a:gridCol w="740356">
                  <a:extLst>
                    <a:ext uri="{9D8B030D-6E8A-4147-A177-3AD203B41FA5}">
                      <a16:colId xmlns:a16="http://schemas.microsoft.com/office/drawing/2014/main" val="291495438"/>
                    </a:ext>
                  </a:extLst>
                </a:gridCol>
                <a:gridCol w="132268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L0147</a:t>
                      </a:r>
                    </a:p>
                    <a:p>
                      <a:pPr algn="ctr"/>
                      <a:r>
                        <a:rPr kumimoji="1" lang="ja-JP" altLang="en-US" sz="1400" b="0">
                          <a:solidFill>
                            <a:schemeClr val="bg1"/>
                          </a:solidFill>
                        </a:rPr>
                        <a:t>愛知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ごはんタケル</a:t>
                      </a:r>
                      <a:endParaRPr lang="en-US" altLang="ja-JP" sz="1400" b="0" dirty="0">
                        <a:solidFill>
                          <a:schemeClr val="tx1"/>
                        </a:solidFill>
                      </a:endParaRPr>
                    </a:p>
                    <a:p>
                      <a:pPr algn="ctr"/>
                      <a:r>
                        <a:rPr lang="en-US" altLang="ja-JP" sz="1400" b="0" dirty="0">
                          <a:solidFill>
                            <a:schemeClr val="tx1"/>
                          </a:solidFill>
                        </a:rPr>
                        <a:t>39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72" name="表 24">
            <a:extLst>
              <a:ext uri="{FF2B5EF4-FFF2-40B4-BE49-F238E27FC236}">
                <a16:creationId xmlns:a16="http://schemas.microsoft.com/office/drawing/2014/main" id="{EB1E0D2D-4F0B-BF37-06EB-5444A7E237B8}"/>
              </a:ext>
            </a:extLst>
          </p:cNvPr>
          <p:cNvGraphicFramePr>
            <a:graphicFrameLocks noGrp="1"/>
          </p:cNvGraphicFramePr>
          <p:nvPr>
            <p:extLst>
              <p:ext uri="{D42A27DB-BD31-4B8C-83A1-F6EECF244321}">
                <p14:modId xmlns:p14="http://schemas.microsoft.com/office/powerpoint/2010/main" val="4083077567"/>
              </p:ext>
            </p:extLst>
          </p:nvPr>
        </p:nvGraphicFramePr>
        <p:xfrm>
          <a:off x="26433354" y="207647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L0148</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marL="0" marR="0" lvl="0" indent="0" algn="ctr" defTabSz="3168030" rtl="0" eaLnBrk="1" fontAlgn="auto" latinLnBrk="0" hangingPunct="1">
                        <a:lnSpc>
                          <a:spcPct val="100000"/>
                        </a:lnSpc>
                        <a:spcBef>
                          <a:spcPts val="0"/>
                        </a:spcBef>
                        <a:spcAft>
                          <a:spcPts val="0"/>
                        </a:spcAft>
                        <a:buClrTx/>
                        <a:buSzTx/>
                        <a:buFontTx/>
                        <a:buNone/>
                        <a:tabLst/>
                        <a:defRPr/>
                      </a:pPr>
                      <a:r>
                        <a:rPr lang="ja-JP" altLang="en-US" sz="1400" b="0" i="0">
                          <a:solidFill>
                            <a:srgbClr val="1F1F1F"/>
                          </a:solidFill>
                          <a:effectLst/>
                          <a:highlight>
                            <a:srgbClr val="FFFFFF"/>
                          </a:highlight>
                          <a:latin typeface="Google Sans"/>
                        </a:rPr>
                        <a:t>とんき</a:t>
                      </a:r>
                      <a:r>
                        <a:rPr lang="en-US" altLang="ja-JP" sz="1400" b="0" i="0" dirty="0">
                          <a:solidFill>
                            <a:srgbClr val="1F1F1F"/>
                          </a:solidFill>
                          <a:effectLst/>
                          <a:highlight>
                            <a:srgbClr val="FFFFFF"/>
                          </a:highlight>
                          <a:latin typeface="Google Sans"/>
                        </a:rPr>
                        <a:t>51</a:t>
                      </a:r>
                      <a:r>
                        <a:rPr lang="ja-JP" altLang="en-US" sz="1400" b="0" i="0">
                          <a:solidFill>
                            <a:srgbClr val="1F1F1F"/>
                          </a:solidFill>
                          <a:effectLst/>
                          <a:highlight>
                            <a:srgbClr val="FFFFFF"/>
                          </a:highlight>
                          <a:latin typeface="Google Sans"/>
                        </a:rPr>
                        <a:t>歳</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73" name="角丸四角形吹き出し 172">
            <a:extLst>
              <a:ext uri="{FF2B5EF4-FFF2-40B4-BE49-F238E27FC236}">
                <a16:creationId xmlns:a16="http://schemas.microsoft.com/office/drawing/2014/main" id="{1E3FF0CF-C093-19AF-9B67-6B36F70B37D4}"/>
              </a:ext>
            </a:extLst>
          </p:cNvPr>
          <p:cNvSpPr/>
          <p:nvPr/>
        </p:nvSpPr>
        <p:spPr>
          <a:xfrm>
            <a:off x="22511420" y="20761382"/>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highlight>
                  <a:srgbClr val="FFFFFF"/>
                </a:highlight>
                <a:latin typeface="Google Sans"/>
              </a:rPr>
              <a:t>ぼんかた　みるかよ毎週聴いてます。</a:t>
            </a:r>
            <a:endParaRPr lang="en-US" altLang="ja-JP" sz="1400" dirty="0">
              <a:solidFill>
                <a:srgbClr val="1F1F1F"/>
              </a:solidFill>
              <a:highlight>
                <a:srgbClr val="FFFFFF"/>
              </a:highlight>
              <a:latin typeface="Google Sans"/>
            </a:endParaRPr>
          </a:p>
          <a:p>
            <a:pPr algn="ctr"/>
            <a:r>
              <a:rPr lang="ja-JP" altLang="en-US" sz="1400">
                <a:solidFill>
                  <a:srgbClr val="1F1F1F"/>
                </a:solidFill>
                <a:highlight>
                  <a:srgbClr val="FFFFFF"/>
                </a:highlight>
                <a:latin typeface="Google Sans"/>
              </a:rPr>
              <a:t>宜しくお願い致します！</a:t>
            </a:r>
            <a:endParaRPr lang="en-US" altLang="ja-JP" sz="1400" dirty="0">
              <a:solidFill>
                <a:sysClr val="windowText" lastClr="000000"/>
              </a:solidFill>
            </a:endParaRPr>
          </a:p>
        </p:txBody>
      </p:sp>
      <p:sp>
        <p:nvSpPr>
          <p:cNvPr id="174" name="角丸四角形吹き出し 173">
            <a:extLst>
              <a:ext uri="{FF2B5EF4-FFF2-40B4-BE49-F238E27FC236}">
                <a16:creationId xmlns:a16="http://schemas.microsoft.com/office/drawing/2014/main" id="{D444C264-1BA0-2603-FE4B-5DF94268CA61}"/>
              </a:ext>
            </a:extLst>
          </p:cNvPr>
          <p:cNvSpPr/>
          <p:nvPr/>
        </p:nvSpPr>
        <p:spPr>
          <a:xfrm>
            <a:off x="22506348" y="21535732"/>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highlight>
                  <a:srgbClr val="FFFFFF"/>
                </a:highlight>
                <a:latin typeface="Google Sans"/>
              </a:rPr>
              <a:t>ミルクボーイに元気をもらってます</a:t>
            </a:r>
            <a:r>
              <a:rPr lang="en-US" altLang="ja-JP" sz="1400" dirty="0">
                <a:solidFill>
                  <a:srgbClr val="1F1F1F"/>
                </a:solidFill>
                <a:highlight>
                  <a:srgbClr val="FFFFFF"/>
                </a:highlight>
                <a:latin typeface="Google Sans"/>
              </a:rPr>
              <a:t>!!</a:t>
            </a:r>
          </a:p>
          <a:p>
            <a:pPr algn="ctr"/>
            <a:r>
              <a:rPr lang="ja-JP" altLang="en-US" sz="1400">
                <a:solidFill>
                  <a:srgbClr val="1F1F1F"/>
                </a:solidFill>
                <a:highlight>
                  <a:srgbClr val="FFFFFF"/>
                </a:highlight>
                <a:latin typeface="Google Sans"/>
              </a:rPr>
              <a:t>私の生きがいです</a:t>
            </a:r>
            <a:endParaRPr lang="en-US" altLang="ja-JP" sz="1400" dirty="0">
              <a:solidFill>
                <a:sysClr val="windowText" lastClr="000000"/>
              </a:solidFill>
            </a:endParaRPr>
          </a:p>
        </p:txBody>
      </p:sp>
      <p:graphicFrame>
        <p:nvGraphicFramePr>
          <p:cNvPr id="175" name="表 24">
            <a:extLst>
              <a:ext uri="{FF2B5EF4-FFF2-40B4-BE49-F238E27FC236}">
                <a16:creationId xmlns:a16="http://schemas.microsoft.com/office/drawing/2014/main" id="{9DA50D22-A36B-08A8-58B4-683649D2ABB1}"/>
              </a:ext>
            </a:extLst>
          </p:cNvPr>
          <p:cNvGraphicFramePr>
            <a:graphicFrameLocks noGrp="1"/>
          </p:cNvGraphicFramePr>
          <p:nvPr>
            <p:extLst>
              <p:ext uri="{D42A27DB-BD31-4B8C-83A1-F6EECF244321}">
                <p14:modId xmlns:p14="http://schemas.microsoft.com/office/powerpoint/2010/main" val="762809340"/>
              </p:ext>
            </p:extLst>
          </p:nvPr>
        </p:nvGraphicFramePr>
        <p:xfrm>
          <a:off x="26395751" y="21529512"/>
          <a:ext cx="2439659" cy="518160"/>
        </p:xfrm>
        <a:graphic>
          <a:graphicData uri="http://schemas.openxmlformats.org/drawingml/2006/table">
            <a:tbl>
              <a:tblPr firstRow="1" bandRow="1">
                <a:tableStyleId>{5C22544A-7EE6-4342-B048-85BDC9FD1C3A}</a:tableStyleId>
              </a:tblPr>
              <a:tblGrid>
                <a:gridCol w="687915">
                  <a:extLst>
                    <a:ext uri="{9D8B030D-6E8A-4147-A177-3AD203B41FA5}">
                      <a16:colId xmlns:a16="http://schemas.microsoft.com/office/drawing/2014/main" val="291495438"/>
                    </a:ext>
                  </a:extLst>
                </a:gridCol>
                <a:gridCol w="175174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L0149</a:t>
                      </a:r>
                    </a:p>
                    <a:p>
                      <a:pPr algn="ctr"/>
                      <a:r>
                        <a:rPr kumimoji="1" lang="ja-JP" altLang="en-US" sz="1400" b="0">
                          <a:solidFill>
                            <a:schemeClr val="tx1"/>
                          </a:solidFill>
                        </a:rPr>
                        <a:t>滋賀</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E1B4"/>
                    </a:solidFill>
                  </a:tcPr>
                </a:tc>
                <a:tc>
                  <a:txBody>
                    <a:bodyPr/>
                    <a:lstStyle/>
                    <a:p>
                      <a:pPr marL="0" marR="0" lvl="0" indent="0" algn="ctr" defTabSz="3168030" rtl="0" eaLnBrk="1" fontAlgn="auto" latinLnBrk="0" hangingPunct="1">
                        <a:lnSpc>
                          <a:spcPct val="100000"/>
                        </a:lnSpc>
                        <a:spcBef>
                          <a:spcPts val="0"/>
                        </a:spcBef>
                        <a:spcAft>
                          <a:spcPts val="0"/>
                        </a:spcAft>
                        <a:buClrTx/>
                        <a:buSzTx/>
                        <a:buFontTx/>
                        <a:buNone/>
                        <a:tabLst/>
                        <a:defRPr/>
                      </a:pPr>
                      <a:r>
                        <a:rPr lang="ja-JP" altLang="en-US" sz="1400" b="0" i="0">
                          <a:solidFill>
                            <a:srgbClr val="1F1F1F"/>
                          </a:solidFill>
                          <a:effectLst/>
                          <a:highlight>
                            <a:srgbClr val="FFFFFF"/>
                          </a:highlight>
                          <a:latin typeface="Google Sans"/>
                        </a:rPr>
                        <a:t>滋賀のかずちゃん</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76" name="角丸四角形吹き出し 175">
            <a:extLst>
              <a:ext uri="{FF2B5EF4-FFF2-40B4-BE49-F238E27FC236}">
                <a16:creationId xmlns:a16="http://schemas.microsoft.com/office/drawing/2014/main" id="{490E1EAC-663E-1DF2-2E04-66E25D408EE6}"/>
              </a:ext>
            </a:extLst>
          </p:cNvPr>
          <p:cNvSpPr/>
          <p:nvPr/>
        </p:nvSpPr>
        <p:spPr>
          <a:xfrm>
            <a:off x="22506348" y="2230331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ja-JP" sz="1400" dirty="0">
                <a:solidFill>
                  <a:srgbClr val="1F1F1F"/>
                </a:solidFill>
                <a:highlight>
                  <a:srgbClr val="FFFFFF"/>
                </a:highlight>
                <a:latin typeface="Google Sans"/>
              </a:rPr>
              <a:t>『</a:t>
            </a:r>
            <a:r>
              <a:rPr lang="ja-JP" altLang="en-US" sz="1400">
                <a:solidFill>
                  <a:srgbClr val="1F1F1F"/>
                </a:solidFill>
                <a:highlight>
                  <a:srgbClr val="FFFFFF"/>
                </a:highlight>
                <a:latin typeface="Google Sans"/>
              </a:rPr>
              <a:t>オトンを立てるおかんのコーナー</a:t>
            </a:r>
            <a:r>
              <a:rPr lang="en-US" altLang="ja-JP" sz="1400" dirty="0">
                <a:solidFill>
                  <a:srgbClr val="1F1F1F"/>
                </a:solidFill>
                <a:highlight>
                  <a:srgbClr val="FFFFFF"/>
                </a:highlight>
                <a:latin typeface="Google Sans"/>
              </a:rPr>
              <a:t>』</a:t>
            </a:r>
            <a:r>
              <a:rPr lang="ja-JP" altLang="en-US" sz="1400">
                <a:solidFill>
                  <a:srgbClr val="1F1F1F"/>
                </a:solidFill>
                <a:highlight>
                  <a:srgbClr val="FFFFFF"/>
                </a:highlight>
                <a:latin typeface="Google Sans"/>
              </a:rPr>
              <a:t>をつくりました</a:t>
            </a:r>
            <a:endParaRPr lang="en-US" altLang="ja-JP" sz="1400" dirty="0">
              <a:solidFill>
                <a:sysClr val="windowText" lastClr="000000"/>
              </a:solidFill>
            </a:endParaRPr>
          </a:p>
        </p:txBody>
      </p:sp>
      <p:graphicFrame>
        <p:nvGraphicFramePr>
          <p:cNvPr id="177" name="表 24">
            <a:extLst>
              <a:ext uri="{FF2B5EF4-FFF2-40B4-BE49-F238E27FC236}">
                <a16:creationId xmlns:a16="http://schemas.microsoft.com/office/drawing/2014/main" id="{EB105D40-C5D8-7A1B-7EB4-92D911DD81B2}"/>
              </a:ext>
            </a:extLst>
          </p:cNvPr>
          <p:cNvGraphicFramePr>
            <a:graphicFrameLocks noGrp="1"/>
          </p:cNvGraphicFramePr>
          <p:nvPr>
            <p:extLst>
              <p:ext uri="{D42A27DB-BD31-4B8C-83A1-F6EECF244321}">
                <p14:modId xmlns:p14="http://schemas.microsoft.com/office/powerpoint/2010/main" val="1138278842"/>
              </p:ext>
            </p:extLst>
          </p:nvPr>
        </p:nvGraphicFramePr>
        <p:xfrm>
          <a:off x="26395749" y="22294622"/>
          <a:ext cx="2439658" cy="731520"/>
        </p:xfrm>
        <a:graphic>
          <a:graphicData uri="http://schemas.openxmlformats.org/drawingml/2006/table">
            <a:tbl>
              <a:tblPr firstRow="1" bandRow="1">
                <a:tableStyleId>{5C22544A-7EE6-4342-B048-85BDC9FD1C3A}</a:tableStyleId>
              </a:tblPr>
              <a:tblGrid>
                <a:gridCol w="687914">
                  <a:extLst>
                    <a:ext uri="{9D8B030D-6E8A-4147-A177-3AD203B41FA5}">
                      <a16:colId xmlns:a16="http://schemas.microsoft.com/office/drawing/2014/main" val="291495438"/>
                    </a:ext>
                  </a:extLst>
                </a:gridCol>
                <a:gridCol w="175174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L0150</a:t>
                      </a:r>
                    </a:p>
                    <a:p>
                      <a:pPr algn="ctr"/>
                      <a:r>
                        <a:rPr kumimoji="1" lang="ja-JP" altLang="en-US" sz="1400" b="0">
                          <a:solidFill>
                            <a:schemeClr val="tx1"/>
                          </a:solidFill>
                        </a:rPr>
                        <a:t>千葉</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marL="0" marR="0" lvl="0" indent="0" algn="ctr" defTabSz="3168030" rtl="0" eaLnBrk="1" fontAlgn="auto" latinLnBrk="0" hangingPunct="1">
                        <a:lnSpc>
                          <a:spcPct val="100000"/>
                        </a:lnSpc>
                        <a:spcBef>
                          <a:spcPts val="0"/>
                        </a:spcBef>
                        <a:spcAft>
                          <a:spcPts val="0"/>
                        </a:spcAft>
                        <a:buClrTx/>
                        <a:buSzTx/>
                        <a:buFontTx/>
                        <a:buNone/>
                        <a:tabLst/>
                        <a:defRPr/>
                      </a:pPr>
                      <a:r>
                        <a:rPr lang="ja-JP" altLang="en-US" sz="1400" b="0" i="0">
                          <a:solidFill>
                            <a:srgbClr val="1F1F1F"/>
                          </a:solidFill>
                          <a:effectLst/>
                          <a:highlight>
                            <a:srgbClr val="FFFFFF"/>
                          </a:highlight>
                          <a:latin typeface="Google Sans"/>
                        </a:rPr>
                        <a:t>イチゴにはうっすら毛が生えている</a:t>
                      </a:r>
                      <a:endParaRPr lang="en-US" altLang="ja-JP" sz="1400" b="0" i="0" dirty="0">
                        <a:solidFill>
                          <a:srgbClr val="1F1F1F"/>
                        </a:solidFill>
                        <a:effectLst/>
                        <a:highlight>
                          <a:srgbClr val="FFFFFF"/>
                        </a:highlight>
                        <a:latin typeface="Google Sans"/>
                      </a:endParaRPr>
                    </a:p>
                    <a:p>
                      <a:pPr marL="0" marR="0" lvl="0" indent="0" algn="ctr" defTabSz="3168030" rtl="0" eaLnBrk="1" fontAlgn="auto" latinLnBrk="0" hangingPunct="1">
                        <a:lnSpc>
                          <a:spcPct val="100000"/>
                        </a:lnSpc>
                        <a:spcBef>
                          <a:spcPts val="0"/>
                        </a:spcBef>
                        <a:spcAft>
                          <a:spcPts val="0"/>
                        </a:spcAft>
                        <a:buClrTx/>
                        <a:buSzTx/>
                        <a:buFontTx/>
                        <a:buNone/>
                        <a:tabLst/>
                        <a:defRPr/>
                      </a:pPr>
                      <a:r>
                        <a:rPr lang="ja-JP" altLang="en-US" sz="1400" b="0" i="0">
                          <a:solidFill>
                            <a:srgbClr val="1F1F1F"/>
                          </a:solidFill>
                          <a:effectLst/>
                          <a:highlight>
                            <a:srgbClr val="FFFFFF"/>
                          </a:highlight>
                          <a:latin typeface="Google Sans"/>
                        </a:rPr>
                        <a:t>ﾅｲｼｮ</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78" name="角丸四角形吹き出し 177">
            <a:extLst>
              <a:ext uri="{FF2B5EF4-FFF2-40B4-BE49-F238E27FC236}">
                <a16:creationId xmlns:a16="http://schemas.microsoft.com/office/drawing/2014/main" id="{D036D19C-4E73-C443-2800-83DD34DEA4AC}"/>
              </a:ext>
            </a:extLst>
          </p:cNvPr>
          <p:cNvSpPr/>
          <p:nvPr/>
        </p:nvSpPr>
        <p:spPr>
          <a:xfrm>
            <a:off x="22430975" y="23238086"/>
            <a:ext cx="3289695" cy="507089"/>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highlight>
                  <a:srgbClr val="FFFFFF"/>
                </a:highlight>
                <a:latin typeface="Google Sans"/>
              </a:rPr>
              <a:t>お笑い全般大好き♪ ミルクさんは神☆</a:t>
            </a:r>
            <a:endParaRPr lang="ja-JP" altLang="en-US" sz="1300">
              <a:solidFill>
                <a:sysClr val="windowText" lastClr="000000"/>
              </a:solidFill>
            </a:endParaRPr>
          </a:p>
        </p:txBody>
      </p:sp>
      <p:graphicFrame>
        <p:nvGraphicFramePr>
          <p:cNvPr id="179" name="表 24">
            <a:extLst>
              <a:ext uri="{FF2B5EF4-FFF2-40B4-BE49-F238E27FC236}">
                <a16:creationId xmlns:a16="http://schemas.microsoft.com/office/drawing/2014/main" id="{3DA0EE52-BF62-0D0B-9916-A989DC4D2F17}"/>
              </a:ext>
            </a:extLst>
          </p:cNvPr>
          <p:cNvGraphicFramePr>
            <a:graphicFrameLocks noGrp="1"/>
          </p:cNvGraphicFramePr>
          <p:nvPr>
            <p:extLst>
              <p:ext uri="{D42A27DB-BD31-4B8C-83A1-F6EECF244321}">
                <p14:modId xmlns:p14="http://schemas.microsoft.com/office/powerpoint/2010/main" val="1392572871"/>
              </p:ext>
            </p:extLst>
          </p:nvPr>
        </p:nvGraphicFramePr>
        <p:xfrm>
          <a:off x="26395630" y="23258027"/>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L0151</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400" b="0">
                          <a:solidFill>
                            <a:schemeClr val="tx1"/>
                          </a:solidFill>
                        </a:rPr>
                        <a:t>てっちゃ</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54" name="角丸四角形吹き出し 153">
            <a:extLst>
              <a:ext uri="{FF2B5EF4-FFF2-40B4-BE49-F238E27FC236}">
                <a16:creationId xmlns:a16="http://schemas.microsoft.com/office/drawing/2014/main" id="{43B4156B-F76F-EB96-BCFB-FECD7F812716}"/>
              </a:ext>
            </a:extLst>
          </p:cNvPr>
          <p:cNvSpPr/>
          <p:nvPr/>
        </p:nvSpPr>
        <p:spPr>
          <a:xfrm>
            <a:off x="22465337" y="23990654"/>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hr-HR" altLang="ja-JP" sz="1400" dirty="0">
                <a:solidFill>
                  <a:srgbClr val="1F1F1F"/>
                </a:solidFill>
                <a:highlight>
                  <a:srgbClr val="FFFFFF"/>
                </a:highlight>
                <a:latin typeface="Google Sans"/>
              </a:rPr>
              <a:t>M-1</a:t>
            </a:r>
            <a:r>
              <a:rPr lang="ja-JP" altLang="en-US" sz="1400">
                <a:solidFill>
                  <a:srgbClr val="1F1F1F"/>
                </a:solidFill>
                <a:highlight>
                  <a:srgbClr val="FFFFFF"/>
                </a:highlight>
                <a:latin typeface="Google Sans"/>
              </a:rPr>
              <a:t>優勝の時からファン！</a:t>
            </a:r>
            <a:endParaRPr lang="en-US" altLang="ja-JP" sz="1400" dirty="0">
              <a:solidFill>
                <a:srgbClr val="1F1F1F"/>
              </a:solidFill>
              <a:highlight>
                <a:srgbClr val="FFFFFF"/>
              </a:highlight>
              <a:latin typeface="Google Sans"/>
            </a:endParaRPr>
          </a:p>
          <a:p>
            <a:pPr algn="ctr"/>
            <a:r>
              <a:rPr lang="ja-JP" altLang="en-US" sz="1400">
                <a:solidFill>
                  <a:srgbClr val="1F1F1F"/>
                </a:solidFill>
                <a:highlight>
                  <a:srgbClr val="FFFFFF"/>
                </a:highlight>
                <a:latin typeface="Google Sans"/>
              </a:rPr>
              <a:t>ポンカタ最初から聞いてます</a:t>
            </a:r>
            <a:endParaRPr lang="en-US" altLang="ja-JP" sz="1400" dirty="0">
              <a:solidFill>
                <a:sysClr val="windowText" lastClr="000000"/>
              </a:solidFill>
            </a:endParaRPr>
          </a:p>
        </p:txBody>
      </p:sp>
      <p:graphicFrame>
        <p:nvGraphicFramePr>
          <p:cNvPr id="155" name="表 24">
            <a:extLst>
              <a:ext uri="{FF2B5EF4-FFF2-40B4-BE49-F238E27FC236}">
                <a16:creationId xmlns:a16="http://schemas.microsoft.com/office/drawing/2014/main" id="{474FA536-8146-530A-2967-DCF96EE2160D}"/>
              </a:ext>
            </a:extLst>
          </p:cNvPr>
          <p:cNvGraphicFramePr>
            <a:graphicFrameLocks noGrp="1"/>
          </p:cNvGraphicFramePr>
          <p:nvPr>
            <p:extLst>
              <p:ext uri="{D42A27DB-BD31-4B8C-83A1-F6EECF244321}">
                <p14:modId xmlns:p14="http://schemas.microsoft.com/office/powerpoint/2010/main" val="715334353"/>
              </p:ext>
            </p:extLst>
          </p:nvPr>
        </p:nvGraphicFramePr>
        <p:xfrm>
          <a:off x="26395628" y="2394746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L0152</a:t>
                      </a:r>
                    </a:p>
                    <a:p>
                      <a:pPr algn="ctr"/>
                      <a:r>
                        <a:rPr kumimoji="1" lang="ja-JP" altLang="en-US" sz="1400" b="0">
                          <a:solidFill>
                            <a:schemeClr val="tx1"/>
                          </a:solidFill>
                        </a:rPr>
                        <a:t>三重</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B92"/>
                    </a:solidFill>
                  </a:tcPr>
                </a:tc>
                <a:tc>
                  <a:txBody>
                    <a:bodyPr/>
                    <a:lstStyle/>
                    <a:p>
                      <a:pPr algn="ctr"/>
                      <a:r>
                        <a:rPr lang="ja-JP" altLang="en-US" sz="1400" b="0">
                          <a:solidFill>
                            <a:schemeClr val="tx1"/>
                          </a:solidFill>
                        </a:rPr>
                        <a:t>あき</a:t>
                      </a:r>
                      <a:r>
                        <a:rPr lang="en-US" altLang="ja-JP" sz="1400" b="0" dirty="0">
                          <a:solidFill>
                            <a:schemeClr val="tx1"/>
                          </a:solidFill>
                        </a:rPr>
                        <a:t>50</a:t>
                      </a:r>
                      <a:r>
                        <a:rPr lang="ja-JP" altLang="en-US" sz="1400" b="0">
                          <a:solidFill>
                            <a:schemeClr val="tx1"/>
                          </a:solidFill>
                        </a:rPr>
                        <a:t>才</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58" name="角丸四角形吹き出し 157">
            <a:extLst>
              <a:ext uri="{FF2B5EF4-FFF2-40B4-BE49-F238E27FC236}">
                <a16:creationId xmlns:a16="http://schemas.microsoft.com/office/drawing/2014/main" id="{D3D5320F-524B-48E4-F998-6FFA562B6F8A}"/>
              </a:ext>
            </a:extLst>
          </p:cNvPr>
          <p:cNvSpPr/>
          <p:nvPr/>
        </p:nvSpPr>
        <p:spPr>
          <a:xfrm>
            <a:off x="22387401" y="24685771"/>
            <a:ext cx="3289694"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highlight>
                  <a:srgbClr val="FFFFFF"/>
                </a:highlight>
                <a:latin typeface="Google Sans"/>
              </a:rPr>
              <a:t>煩悩の塊は</a:t>
            </a:r>
            <a:r>
              <a:rPr lang="en-US" altLang="ja-JP" sz="1400" dirty="0">
                <a:solidFill>
                  <a:srgbClr val="1F1F1F"/>
                </a:solidFill>
                <a:highlight>
                  <a:srgbClr val="FFFFFF"/>
                </a:highlight>
                <a:latin typeface="Google Sans"/>
              </a:rPr>
              <a:t>2021</a:t>
            </a:r>
            <a:r>
              <a:rPr lang="ja-JP" altLang="en-US" sz="1400">
                <a:solidFill>
                  <a:srgbClr val="1F1F1F"/>
                </a:solidFill>
                <a:highlight>
                  <a:srgbClr val="FFFFFF"/>
                </a:highlight>
                <a:latin typeface="Google Sans"/>
              </a:rPr>
              <a:t>年</a:t>
            </a:r>
            <a:r>
              <a:rPr lang="en-US" altLang="ja-JP" sz="1400" dirty="0">
                <a:solidFill>
                  <a:srgbClr val="1F1F1F"/>
                </a:solidFill>
                <a:highlight>
                  <a:srgbClr val="FFFFFF"/>
                </a:highlight>
                <a:latin typeface="Google Sans"/>
              </a:rPr>
              <a:t>6</a:t>
            </a:r>
            <a:r>
              <a:rPr lang="ja-JP" altLang="en-US" sz="1400">
                <a:solidFill>
                  <a:srgbClr val="1F1F1F"/>
                </a:solidFill>
                <a:highlight>
                  <a:srgbClr val="FFFFFF"/>
                </a:highlight>
                <a:latin typeface="Google Sans"/>
              </a:rPr>
              <a:t>月頃から，火曜日やないか！は初回から聴いております。</a:t>
            </a:r>
            <a:endParaRPr lang="en-US" altLang="ja-JP" sz="1400" dirty="0">
              <a:solidFill>
                <a:sysClr val="windowText" lastClr="000000"/>
              </a:solidFill>
            </a:endParaRPr>
          </a:p>
        </p:txBody>
      </p:sp>
      <p:graphicFrame>
        <p:nvGraphicFramePr>
          <p:cNvPr id="161" name="表 24">
            <a:extLst>
              <a:ext uri="{FF2B5EF4-FFF2-40B4-BE49-F238E27FC236}">
                <a16:creationId xmlns:a16="http://schemas.microsoft.com/office/drawing/2014/main" id="{23C695C2-4433-2196-BEFB-DB4E90C39C7C}"/>
              </a:ext>
            </a:extLst>
          </p:cNvPr>
          <p:cNvGraphicFramePr>
            <a:graphicFrameLocks noGrp="1"/>
          </p:cNvGraphicFramePr>
          <p:nvPr>
            <p:extLst>
              <p:ext uri="{D42A27DB-BD31-4B8C-83A1-F6EECF244321}">
                <p14:modId xmlns:p14="http://schemas.microsoft.com/office/powerpoint/2010/main" val="3426872554"/>
              </p:ext>
            </p:extLst>
          </p:nvPr>
        </p:nvGraphicFramePr>
        <p:xfrm>
          <a:off x="26395628" y="2468109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L0153</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ヒロちゃん</a:t>
                      </a:r>
                      <a:endParaRPr lang="en-US" altLang="ja-JP" sz="1400" b="0" dirty="0">
                        <a:solidFill>
                          <a:schemeClr val="tx1"/>
                        </a:solidFill>
                      </a:endParaRPr>
                    </a:p>
                    <a:p>
                      <a:pPr algn="ctr"/>
                      <a:r>
                        <a:rPr lang="en-US" altLang="ja-JP" sz="1400" b="0" dirty="0">
                          <a:solidFill>
                            <a:schemeClr val="tx1"/>
                          </a:solidFill>
                        </a:rPr>
                        <a:t>62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62" name="角丸四角形吹き出し 161">
            <a:extLst>
              <a:ext uri="{FF2B5EF4-FFF2-40B4-BE49-F238E27FC236}">
                <a16:creationId xmlns:a16="http://schemas.microsoft.com/office/drawing/2014/main" id="{D8B5855B-29DB-77AE-B207-F8C2EAF59DD1}"/>
              </a:ext>
            </a:extLst>
          </p:cNvPr>
          <p:cNvSpPr/>
          <p:nvPr/>
        </p:nvSpPr>
        <p:spPr>
          <a:xfrm>
            <a:off x="22441162" y="2551168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hr-HR" altLang="ja-JP" sz="1400" dirty="0">
                <a:solidFill>
                  <a:srgbClr val="1F1F1F"/>
                </a:solidFill>
                <a:highlight>
                  <a:srgbClr val="FFFFFF"/>
                </a:highlight>
                <a:latin typeface="Google Sans"/>
              </a:rPr>
              <a:t>M-1</a:t>
            </a:r>
            <a:r>
              <a:rPr lang="ja-JP" altLang="en-US" sz="1400">
                <a:solidFill>
                  <a:srgbClr val="1F1F1F"/>
                </a:solidFill>
                <a:highlight>
                  <a:srgbClr val="FFFFFF"/>
                </a:highlight>
                <a:latin typeface="Google Sans"/>
              </a:rPr>
              <a:t>優勝からのファンです！</a:t>
            </a:r>
            <a:endParaRPr lang="en-US" altLang="ja-JP" sz="1400" dirty="0">
              <a:solidFill>
                <a:srgbClr val="1F1F1F"/>
              </a:solidFill>
              <a:highlight>
                <a:srgbClr val="FFFFFF"/>
              </a:highlight>
              <a:latin typeface="Google Sans"/>
            </a:endParaRPr>
          </a:p>
          <a:p>
            <a:pPr algn="ctr"/>
            <a:r>
              <a:rPr lang="ja-JP" altLang="en-US" sz="1400">
                <a:solidFill>
                  <a:srgbClr val="1F1F1F"/>
                </a:solidFill>
                <a:highlight>
                  <a:srgbClr val="FFFFFF"/>
                </a:highlight>
                <a:latin typeface="Google Sans"/>
              </a:rPr>
              <a:t>宜しくお願い致します！</a:t>
            </a:r>
            <a:endParaRPr lang="en-US" altLang="ja-JP" sz="1400" dirty="0">
              <a:solidFill>
                <a:sysClr val="windowText" lastClr="000000"/>
              </a:solidFill>
            </a:endParaRPr>
          </a:p>
        </p:txBody>
      </p:sp>
      <p:graphicFrame>
        <p:nvGraphicFramePr>
          <p:cNvPr id="163" name="表 24">
            <a:extLst>
              <a:ext uri="{FF2B5EF4-FFF2-40B4-BE49-F238E27FC236}">
                <a16:creationId xmlns:a16="http://schemas.microsoft.com/office/drawing/2014/main" id="{99CB3213-8193-F80A-4963-0D16BB8C9D39}"/>
              </a:ext>
            </a:extLst>
          </p:cNvPr>
          <p:cNvGraphicFramePr>
            <a:graphicFrameLocks noGrp="1"/>
          </p:cNvGraphicFramePr>
          <p:nvPr>
            <p:extLst>
              <p:ext uri="{D42A27DB-BD31-4B8C-83A1-F6EECF244321}">
                <p14:modId xmlns:p14="http://schemas.microsoft.com/office/powerpoint/2010/main" val="402208331"/>
              </p:ext>
            </p:extLst>
          </p:nvPr>
        </p:nvGraphicFramePr>
        <p:xfrm>
          <a:off x="26395628" y="2550700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L0154</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のぶ</a:t>
                      </a: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64" name="角丸四角形吹き出し 163">
            <a:extLst>
              <a:ext uri="{FF2B5EF4-FFF2-40B4-BE49-F238E27FC236}">
                <a16:creationId xmlns:a16="http://schemas.microsoft.com/office/drawing/2014/main" id="{97B8CCFD-49D6-DD3A-AB5D-432A2C25B644}"/>
              </a:ext>
            </a:extLst>
          </p:cNvPr>
          <p:cNvSpPr/>
          <p:nvPr/>
        </p:nvSpPr>
        <p:spPr>
          <a:xfrm>
            <a:off x="22460979" y="26325611"/>
            <a:ext cx="3165038"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rgbClr val="1F1F1F"/>
                </a:solidFill>
                <a:highlight>
                  <a:srgbClr val="FFFFFF"/>
                </a:highlight>
                <a:latin typeface="Google Sans"/>
              </a:rPr>
              <a:t>ミルクボーイが</a:t>
            </a:r>
            <a:r>
              <a:rPr lang="en-US" altLang="ja-JP" sz="1400" dirty="0">
                <a:solidFill>
                  <a:srgbClr val="1F1F1F"/>
                </a:solidFill>
                <a:highlight>
                  <a:srgbClr val="FFFFFF"/>
                </a:highlight>
                <a:latin typeface="Google Sans"/>
              </a:rPr>
              <a:t>1</a:t>
            </a:r>
            <a:r>
              <a:rPr lang="ja-JP" altLang="en-US" sz="1400">
                <a:solidFill>
                  <a:srgbClr val="1F1F1F"/>
                </a:solidFill>
                <a:highlight>
                  <a:srgbClr val="FFFFFF"/>
                </a:highlight>
                <a:latin typeface="Google Sans"/>
              </a:rPr>
              <a:t>番です！</a:t>
            </a:r>
            <a:endParaRPr lang="en-US" altLang="ja-JP" sz="1400" dirty="0">
              <a:solidFill>
                <a:sysClr val="windowText" lastClr="000000"/>
              </a:solidFill>
            </a:endParaRPr>
          </a:p>
        </p:txBody>
      </p:sp>
      <p:graphicFrame>
        <p:nvGraphicFramePr>
          <p:cNvPr id="165" name="表 24">
            <a:extLst>
              <a:ext uri="{FF2B5EF4-FFF2-40B4-BE49-F238E27FC236}">
                <a16:creationId xmlns:a16="http://schemas.microsoft.com/office/drawing/2014/main" id="{93388CE2-F948-29FA-35AF-CC52EDE58F21}"/>
              </a:ext>
            </a:extLst>
          </p:cNvPr>
          <p:cNvGraphicFramePr>
            <a:graphicFrameLocks noGrp="1"/>
          </p:cNvGraphicFramePr>
          <p:nvPr>
            <p:extLst>
              <p:ext uri="{D42A27DB-BD31-4B8C-83A1-F6EECF244321}">
                <p14:modId xmlns:p14="http://schemas.microsoft.com/office/powerpoint/2010/main" val="3263522908"/>
              </p:ext>
            </p:extLst>
          </p:nvPr>
        </p:nvGraphicFramePr>
        <p:xfrm>
          <a:off x="26395628" y="2632007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L0155</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en-US" altLang="ja-JP" sz="1400" b="0" dirty="0" err="1">
                          <a:solidFill>
                            <a:schemeClr val="tx1"/>
                          </a:solidFill>
                        </a:rPr>
                        <a:t>pito</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66" name="表 24">
            <a:extLst>
              <a:ext uri="{FF2B5EF4-FFF2-40B4-BE49-F238E27FC236}">
                <a16:creationId xmlns:a16="http://schemas.microsoft.com/office/drawing/2014/main" id="{63594C6C-9944-4FD8-768E-8D5D957C6EF9}"/>
              </a:ext>
            </a:extLst>
          </p:cNvPr>
          <p:cNvGraphicFramePr>
            <a:graphicFrameLocks noGrp="1"/>
          </p:cNvGraphicFramePr>
          <p:nvPr>
            <p:extLst>
              <p:ext uri="{D42A27DB-BD31-4B8C-83A1-F6EECF244321}">
                <p14:modId xmlns:p14="http://schemas.microsoft.com/office/powerpoint/2010/main" val="4121961383"/>
              </p:ext>
            </p:extLst>
          </p:nvPr>
        </p:nvGraphicFramePr>
        <p:xfrm>
          <a:off x="26393550" y="27149169"/>
          <a:ext cx="1832986" cy="518160"/>
        </p:xfrm>
        <a:graphic>
          <a:graphicData uri="http://schemas.openxmlformats.org/drawingml/2006/table">
            <a:tbl>
              <a:tblPr firstRow="1" bandRow="1">
                <a:tableStyleId>{5C22544A-7EE6-4342-B048-85BDC9FD1C3A}</a:tableStyleId>
              </a:tblPr>
              <a:tblGrid>
                <a:gridCol w="659130">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L0156</a:t>
                      </a:r>
                    </a:p>
                    <a:p>
                      <a:pPr algn="ctr"/>
                      <a:r>
                        <a:rPr kumimoji="1" lang="ja-JP" altLang="en-US" sz="1400" b="0">
                          <a:solidFill>
                            <a:schemeClr val="tx1"/>
                          </a:solidFill>
                        </a:rPr>
                        <a:t>和歌山</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ja-JP" altLang="en-US" sz="1400" b="0">
                          <a:solidFill>
                            <a:schemeClr val="tx1"/>
                          </a:solidFill>
                        </a:rPr>
                        <a:t>チロル</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67" name="角丸四角形吹き出し 166">
            <a:extLst>
              <a:ext uri="{FF2B5EF4-FFF2-40B4-BE49-F238E27FC236}">
                <a16:creationId xmlns:a16="http://schemas.microsoft.com/office/drawing/2014/main" id="{7A6057F9-C7DE-EE36-1AAB-14E5957D8ED0}"/>
              </a:ext>
            </a:extLst>
          </p:cNvPr>
          <p:cNvSpPr/>
          <p:nvPr/>
        </p:nvSpPr>
        <p:spPr>
          <a:xfrm>
            <a:off x="22460982" y="27125865"/>
            <a:ext cx="3259687"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rgbClr val="1F1F1F"/>
                </a:solidFill>
                <a:highlight>
                  <a:srgbClr val="FFFFFF"/>
                </a:highlight>
                <a:latin typeface="Google Sans"/>
              </a:rPr>
              <a:t>ボンカタ、みるかよ初回から欠かさず聴いてます。看護師してます。</a:t>
            </a:r>
            <a:endParaRPr lang="en-US" altLang="ja-JP" sz="1400" dirty="0">
              <a:solidFill>
                <a:sysClr val="windowText" lastClr="000000"/>
              </a:solidFill>
            </a:endParaRPr>
          </a:p>
        </p:txBody>
      </p:sp>
      <p:graphicFrame>
        <p:nvGraphicFramePr>
          <p:cNvPr id="168" name="表 24">
            <a:extLst>
              <a:ext uri="{FF2B5EF4-FFF2-40B4-BE49-F238E27FC236}">
                <a16:creationId xmlns:a16="http://schemas.microsoft.com/office/drawing/2014/main" id="{C3F6DCE2-F4B3-704F-4428-70679059A4F7}"/>
              </a:ext>
            </a:extLst>
          </p:cNvPr>
          <p:cNvGraphicFramePr>
            <a:graphicFrameLocks noGrp="1"/>
          </p:cNvGraphicFramePr>
          <p:nvPr>
            <p:extLst>
              <p:ext uri="{D42A27DB-BD31-4B8C-83A1-F6EECF244321}">
                <p14:modId xmlns:p14="http://schemas.microsoft.com/office/powerpoint/2010/main" val="578489381"/>
              </p:ext>
            </p:extLst>
          </p:nvPr>
        </p:nvGraphicFramePr>
        <p:xfrm>
          <a:off x="26395628" y="278755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L0157</a:t>
                      </a:r>
                    </a:p>
                    <a:p>
                      <a:pPr algn="ctr"/>
                      <a:r>
                        <a:rPr kumimoji="1" lang="ja-JP" altLang="en-US" sz="1400" b="0">
                          <a:solidFill>
                            <a:schemeClr val="bg1"/>
                          </a:solidFill>
                        </a:rPr>
                        <a:t>愛知</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こめ</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69" name="角丸四角形吹き出し 168">
            <a:extLst>
              <a:ext uri="{FF2B5EF4-FFF2-40B4-BE49-F238E27FC236}">
                <a16:creationId xmlns:a16="http://schemas.microsoft.com/office/drawing/2014/main" id="{753D89E3-98CA-5C96-7DB1-95F14BBA9DDE}"/>
              </a:ext>
            </a:extLst>
          </p:cNvPr>
          <p:cNvSpPr/>
          <p:nvPr/>
        </p:nvSpPr>
        <p:spPr>
          <a:xfrm>
            <a:off x="22506227" y="27834206"/>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rgbClr val="1F1F1F"/>
                </a:solidFill>
                <a:highlight>
                  <a:srgbClr val="FFFFFF"/>
                </a:highlight>
                <a:latin typeface="Google Sans"/>
              </a:rPr>
              <a:t>よろしくお願いします</a:t>
            </a:r>
            <a:endParaRPr lang="en-US" altLang="ja-JP" sz="1400" dirty="0">
              <a:solidFill>
                <a:sysClr val="windowText" lastClr="000000"/>
              </a:solidFill>
            </a:endParaRPr>
          </a:p>
        </p:txBody>
      </p:sp>
      <p:sp>
        <p:nvSpPr>
          <p:cNvPr id="183" name="角丸四角形吹き出し 182">
            <a:extLst>
              <a:ext uri="{FF2B5EF4-FFF2-40B4-BE49-F238E27FC236}">
                <a16:creationId xmlns:a16="http://schemas.microsoft.com/office/drawing/2014/main" id="{D10F6DAE-9C4E-8815-02D3-4739481A9D86}"/>
              </a:ext>
            </a:extLst>
          </p:cNvPr>
          <p:cNvSpPr/>
          <p:nvPr/>
        </p:nvSpPr>
        <p:spPr>
          <a:xfrm>
            <a:off x="22506224" y="28676998"/>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latin typeface="Google Sans"/>
              </a:rPr>
              <a:t>ミルクボーイさん大好きで、ラジオは初回から欠かさず聴いてます。</a:t>
            </a:r>
            <a:endParaRPr lang="en-US" altLang="ja-JP" sz="1400" dirty="0">
              <a:solidFill>
                <a:sysClr val="windowText" lastClr="000000"/>
              </a:solidFill>
            </a:endParaRPr>
          </a:p>
        </p:txBody>
      </p:sp>
      <p:graphicFrame>
        <p:nvGraphicFramePr>
          <p:cNvPr id="188" name="表 24">
            <a:extLst>
              <a:ext uri="{FF2B5EF4-FFF2-40B4-BE49-F238E27FC236}">
                <a16:creationId xmlns:a16="http://schemas.microsoft.com/office/drawing/2014/main" id="{788FD888-A103-8E4C-8FCC-010D2CD222F2}"/>
              </a:ext>
            </a:extLst>
          </p:cNvPr>
          <p:cNvGraphicFramePr>
            <a:graphicFrameLocks noGrp="1"/>
          </p:cNvGraphicFramePr>
          <p:nvPr>
            <p:extLst>
              <p:ext uri="{D42A27DB-BD31-4B8C-83A1-F6EECF244321}">
                <p14:modId xmlns:p14="http://schemas.microsoft.com/office/powerpoint/2010/main" val="2065727971"/>
              </p:ext>
            </p:extLst>
          </p:nvPr>
        </p:nvGraphicFramePr>
        <p:xfrm>
          <a:off x="26407166" y="286683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L0158</a:t>
                      </a:r>
                    </a:p>
                    <a:p>
                      <a:pPr algn="ctr"/>
                      <a:r>
                        <a:rPr kumimoji="1" lang="ja-JP" altLang="en-US" sz="1400" b="0">
                          <a:solidFill>
                            <a:schemeClr val="tx1"/>
                          </a:solidFill>
                        </a:rPr>
                        <a:t>青森</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さやか</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9" name="角丸四角形吹き出し 188">
            <a:extLst>
              <a:ext uri="{FF2B5EF4-FFF2-40B4-BE49-F238E27FC236}">
                <a16:creationId xmlns:a16="http://schemas.microsoft.com/office/drawing/2014/main" id="{78FC3E1A-AB13-A24D-5CFA-F6448D4E2560}"/>
              </a:ext>
            </a:extLst>
          </p:cNvPr>
          <p:cNvSpPr/>
          <p:nvPr/>
        </p:nvSpPr>
        <p:spPr>
          <a:xfrm>
            <a:off x="22506224" y="30238040"/>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latin typeface="Google Sans"/>
              </a:rPr>
              <a:t>ミルクボーイのお</a:t>
            </a:r>
            <a:r>
              <a:rPr lang="en-US" altLang="ja-JP" sz="1400" dirty="0">
                <a:solidFill>
                  <a:srgbClr val="1F1F1F"/>
                </a:solidFill>
                <a:latin typeface="Google Sans"/>
              </a:rPr>
              <a:t>2</a:t>
            </a:r>
            <a:r>
              <a:rPr lang="ja-JP" altLang="en-US" sz="1400">
                <a:solidFill>
                  <a:srgbClr val="1F1F1F"/>
                </a:solidFill>
                <a:latin typeface="Google Sans"/>
              </a:rPr>
              <a:t>人のトークは</a:t>
            </a:r>
            <a:endParaRPr lang="en-US" altLang="ja-JP" sz="1400" dirty="0">
              <a:solidFill>
                <a:srgbClr val="1F1F1F"/>
              </a:solidFill>
              <a:latin typeface="Google Sans"/>
            </a:endParaRPr>
          </a:p>
          <a:p>
            <a:pPr algn="ctr"/>
            <a:r>
              <a:rPr lang="ja-JP" altLang="en-US" sz="1400">
                <a:solidFill>
                  <a:srgbClr val="1F1F1F"/>
                </a:solidFill>
                <a:latin typeface="Google Sans"/>
              </a:rPr>
              <a:t>ずっと聴いていたいです。</a:t>
            </a:r>
            <a:endParaRPr lang="en-US" altLang="ja-JP" sz="1400" dirty="0">
              <a:solidFill>
                <a:sysClr val="windowText" lastClr="000000"/>
              </a:solidFill>
            </a:endParaRPr>
          </a:p>
        </p:txBody>
      </p:sp>
      <p:graphicFrame>
        <p:nvGraphicFramePr>
          <p:cNvPr id="190" name="表 24">
            <a:extLst>
              <a:ext uri="{FF2B5EF4-FFF2-40B4-BE49-F238E27FC236}">
                <a16:creationId xmlns:a16="http://schemas.microsoft.com/office/drawing/2014/main" id="{AB9035DB-1367-490D-6985-C6995D3D29FF}"/>
              </a:ext>
            </a:extLst>
          </p:cNvPr>
          <p:cNvGraphicFramePr>
            <a:graphicFrameLocks noGrp="1"/>
          </p:cNvGraphicFramePr>
          <p:nvPr>
            <p:extLst>
              <p:ext uri="{D42A27DB-BD31-4B8C-83A1-F6EECF244321}">
                <p14:modId xmlns:p14="http://schemas.microsoft.com/office/powerpoint/2010/main" val="1443258923"/>
              </p:ext>
            </p:extLst>
          </p:nvPr>
        </p:nvGraphicFramePr>
        <p:xfrm>
          <a:off x="26407166" y="3022935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L0160</a:t>
                      </a:r>
                    </a:p>
                    <a:p>
                      <a:pPr algn="ctr"/>
                      <a:r>
                        <a:rPr kumimoji="1" lang="ja-JP" altLang="en-US" sz="1400" b="0">
                          <a:solidFill>
                            <a:schemeClr val="tx1"/>
                          </a:solidFill>
                        </a:rPr>
                        <a:t>青森</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あさみ</a:t>
                      </a:r>
                      <a:r>
                        <a:rPr lang="en-US" altLang="ja-JP" sz="1400" b="0" dirty="0">
                          <a:solidFill>
                            <a:schemeClr val="tx1"/>
                          </a:solidFill>
                        </a:rPr>
                        <a:t>41</a:t>
                      </a:r>
                      <a:r>
                        <a:rPr lang="ja-JP" altLang="en-US" sz="1400" b="0">
                          <a:solidFill>
                            <a:schemeClr val="tx1"/>
                          </a:solidFill>
                        </a:rPr>
                        <a:t>歳</a:t>
                      </a:r>
                      <a:endParaRPr lang="en-US" altLang="ja-JP" sz="1400" b="0" dirty="0">
                        <a:solidFill>
                          <a:schemeClr val="tx1"/>
                        </a:solidFill>
                      </a:endParaRPr>
                    </a:p>
                    <a:p>
                      <a:pPr algn="ctr"/>
                      <a:r>
                        <a:rPr lang="en-US" altLang="ja-JP" sz="1400" b="0" dirty="0">
                          <a:solidFill>
                            <a:schemeClr val="tx1"/>
                          </a:solidFill>
                        </a:rPr>
                        <a:t>41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91" name="角丸四角形吹き出し 190">
            <a:extLst>
              <a:ext uri="{FF2B5EF4-FFF2-40B4-BE49-F238E27FC236}">
                <a16:creationId xmlns:a16="http://schemas.microsoft.com/office/drawing/2014/main" id="{2E847556-7D5B-2E77-8D0C-F42A7488A6FB}"/>
              </a:ext>
            </a:extLst>
          </p:cNvPr>
          <p:cNvSpPr/>
          <p:nvPr/>
        </p:nvSpPr>
        <p:spPr>
          <a:xfrm>
            <a:off x="29316496" y="445298"/>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latin typeface="Google Sans"/>
              </a:rPr>
              <a:t>ずっと入りたいと思っておりました。</a:t>
            </a:r>
            <a:endParaRPr lang="en-US" altLang="ja-JP" sz="1400" dirty="0">
              <a:solidFill>
                <a:sysClr val="windowText" lastClr="000000"/>
              </a:solidFill>
            </a:endParaRPr>
          </a:p>
        </p:txBody>
      </p:sp>
      <p:graphicFrame>
        <p:nvGraphicFramePr>
          <p:cNvPr id="320" name="表 24">
            <a:extLst>
              <a:ext uri="{FF2B5EF4-FFF2-40B4-BE49-F238E27FC236}">
                <a16:creationId xmlns:a16="http://schemas.microsoft.com/office/drawing/2014/main" id="{9A3C7F6D-9884-EE8F-F82C-3E9CD5F208B8}"/>
              </a:ext>
            </a:extLst>
          </p:cNvPr>
          <p:cNvGraphicFramePr>
            <a:graphicFrameLocks noGrp="1"/>
          </p:cNvGraphicFramePr>
          <p:nvPr>
            <p:extLst>
              <p:ext uri="{D42A27DB-BD31-4B8C-83A1-F6EECF244321}">
                <p14:modId xmlns:p14="http://schemas.microsoft.com/office/powerpoint/2010/main" val="1643579959"/>
              </p:ext>
            </p:extLst>
          </p:nvPr>
        </p:nvGraphicFramePr>
        <p:xfrm>
          <a:off x="33217438" y="4366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L0161</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めぐみ</a:t>
                      </a: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p>
                      <a:pPr algn="ct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21" name="角丸四角形吹き出し 320">
            <a:extLst>
              <a:ext uri="{FF2B5EF4-FFF2-40B4-BE49-F238E27FC236}">
                <a16:creationId xmlns:a16="http://schemas.microsoft.com/office/drawing/2014/main" id="{F3BB8A52-36EB-16A3-4BE6-DCE7FA9691F0}"/>
              </a:ext>
            </a:extLst>
          </p:cNvPr>
          <p:cNvSpPr/>
          <p:nvPr/>
        </p:nvSpPr>
        <p:spPr>
          <a:xfrm>
            <a:off x="22530399" y="29455030"/>
            <a:ext cx="3170870"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rgbClr val="1F1F1F"/>
                </a:solidFill>
                <a:latin typeface="Google Sans"/>
              </a:rPr>
              <a:t>元、サバの塩焼き</a:t>
            </a:r>
            <a:endParaRPr lang="en-US" altLang="ja-JP" sz="1400" dirty="0">
              <a:solidFill>
                <a:sysClr val="windowText" lastClr="000000"/>
              </a:solidFill>
            </a:endParaRPr>
          </a:p>
        </p:txBody>
      </p:sp>
      <p:graphicFrame>
        <p:nvGraphicFramePr>
          <p:cNvPr id="322" name="表 24">
            <a:extLst>
              <a:ext uri="{FF2B5EF4-FFF2-40B4-BE49-F238E27FC236}">
                <a16:creationId xmlns:a16="http://schemas.microsoft.com/office/drawing/2014/main" id="{072D2718-E134-5226-D981-A783ABD0CE3D}"/>
              </a:ext>
            </a:extLst>
          </p:cNvPr>
          <p:cNvGraphicFramePr>
            <a:graphicFrameLocks noGrp="1"/>
          </p:cNvGraphicFramePr>
          <p:nvPr>
            <p:extLst>
              <p:ext uri="{D42A27DB-BD31-4B8C-83A1-F6EECF244321}">
                <p14:modId xmlns:p14="http://schemas.microsoft.com/office/powerpoint/2010/main" val="3951242763"/>
              </p:ext>
            </p:extLst>
          </p:nvPr>
        </p:nvGraphicFramePr>
        <p:xfrm>
          <a:off x="26419803" y="2945035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L0159</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100" b="0">
                          <a:solidFill>
                            <a:schemeClr val="tx1"/>
                          </a:solidFill>
                        </a:rPr>
                        <a:t>うなぎのバカ焼き</a:t>
                      </a:r>
                      <a:endParaRPr lang="en-US" altLang="ja-JP" sz="1100" b="0" dirty="0">
                        <a:solidFill>
                          <a:schemeClr val="tx1"/>
                        </a:solidFill>
                      </a:endParaRPr>
                    </a:p>
                    <a:p>
                      <a:pPr algn="ctr"/>
                      <a:r>
                        <a:rPr lang="en-US" altLang="ja-JP" sz="1400" b="0" dirty="0">
                          <a:solidFill>
                            <a:schemeClr val="tx1"/>
                          </a:solidFill>
                        </a:rPr>
                        <a:t>60</a:t>
                      </a:r>
                      <a:r>
                        <a:rPr lang="ja-JP" altLang="en-US" sz="1400" b="0">
                          <a:solidFill>
                            <a:schemeClr val="tx1"/>
                          </a:solidFill>
                        </a:rPr>
                        <a:t>代</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23" name="表 24">
            <a:extLst>
              <a:ext uri="{FF2B5EF4-FFF2-40B4-BE49-F238E27FC236}">
                <a16:creationId xmlns:a16="http://schemas.microsoft.com/office/drawing/2014/main" id="{A53AA4EF-8460-4818-9464-FAFB1A0E3751}"/>
              </a:ext>
            </a:extLst>
          </p:cNvPr>
          <p:cNvGraphicFramePr>
            <a:graphicFrameLocks noGrp="1"/>
          </p:cNvGraphicFramePr>
          <p:nvPr>
            <p:extLst>
              <p:ext uri="{D42A27DB-BD31-4B8C-83A1-F6EECF244321}">
                <p14:modId xmlns:p14="http://schemas.microsoft.com/office/powerpoint/2010/main" val="3162170615"/>
              </p:ext>
            </p:extLst>
          </p:nvPr>
        </p:nvGraphicFramePr>
        <p:xfrm>
          <a:off x="33224119" y="114283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L0162</a:t>
                      </a:r>
                    </a:p>
                    <a:p>
                      <a:pPr algn="ctr"/>
                      <a:r>
                        <a:rPr kumimoji="1" lang="ja-JP" altLang="en-US" sz="1400" b="0">
                          <a:solidFill>
                            <a:schemeClr val="tx1"/>
                          </a:solidFill>
                        </a:rPr>
                        <a:t>三重</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B92"/>
                    </a:solidFill>
                  </a:tcPr>
                </a:tc>
                <a:tc>
                  <a:txBody>
                    <a:bodyPr/>
                    <a:lstStyle/>
                    <a:p>
                      <a:pPr algn="ctr"/>
                      <a:r>
                        <a:rPr lang="ja-JP" altLang="en-US" sz="1400" b="0">
                          <a:solidFill>
                            <a:schemeClr val="tx1"/>
                          </a:solidFill>
                        </a:rPr>
                        <a:t>さくらもち</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24" name="角丸四角形吹き出し 323">
            <a:extLst>
              <a:ext uri="{FF2B5EF4-FFF2-40B4-BE49-F238E27FC236}">
                <a16:creationId xmlns:a16="http://schemas.microsoft.com/office/drawing/2014/main" id="{DB5E201A-4627-A030-2ACA-9ADFF87CB558}"/>
              </a:ext>
            </a:extLst>
          </p:cNvPr>
          <p:cNvSpPr/>
          <p:nvPr/>
        </p:nvSpPr>
        <p:spPr>
          <a:xfrm>
            <a:off x="29302185" y="1127522"/>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rgbClr val="1F1F1F"/>
                </a:solidFill>
                <a:latin typeface="Google Sans"/>
              </a:rPr>
              <a:t>まぼろしのかずこの会が実在したことを確認しました！よろしくお願いします！</a:t>
            </a:r>
            <a:endParaRPr lang="en-US" altLang="ja-JP" sz="1400" dirty="0">
              <a:solidFill>
                <a:srgbClr val="1F1F1F"/>
              </a:solidFill>
              <a:latin typeface="Google Sans"/>
            </a:endParaRPr>
          </a:p>
        </p:txBody>
      </p:sp>
      <p:sp>
        <p:nvSpPr>
          <p:cNvPr id="400" name="テキスト ボックス 399">
            <a:extLst>
              <a:ext uri="{FF2B5EF4-FFF2-40B4-BE49-F238E27FC236}">
                <a16:creationId xmlns:a16="http://schemas.microsoft.com/office/drawing/2014/main" id="{AE50280E-2848-050C-C975-266934DB9A00}"/>
              </a:ext>
            </a:extLst>
          </p:cNvPr>
          <p:cNvSpPr txBox="1"/>
          <p:nvPr/>
        </p:nvSpPr>
        <p:spPr>
          <a:xfrm>
            <a:off x="46911866" y="16412648"/>
            <a:ext cx="1114408" cy="461665"/>
          </a:xfrm>
          <a:prstGeom prst="rect">
            <a:avLst/>
          </a:prstGeom>
          <a:noFill/>
        </p:spPr>
        <p:txBody>
          <a:bodyPr wrap="none" rtlCol="0">
            <a:spAutoFit/>
          </a:bodyPr>
          <a:lstStyle/>
          <a:p>
            <a:r>
              <a:rPr kumimoji="1" lang="en-US" altLang="ja-JP" sz="2400" dirty="0"/>
              <a:t>3840×</a:t>
            </a:r>
            <a:endParaRPr kumimoji="1" lang="ja-JP" altLang="en-US" sz="2400"/>
          </a:p>
        </p:txBody>
      </p:sp>
      <p:sp>
        <p:nvSpPr>
          <p:cNvPr id="170" name="角丸四角形吹き出し 169">
            <a:extLst>
              <a:ext uri="{FF2B5EF4-FFF2-40B4-BE49-F238E27FC236}">
                <a16:creationId xmlns:a16="http://schemas.microsoft.com/office/drawing/2014/main" id="{ECEE0AE8-317B-B17E-08B1-B935BE2A0B66}"/>
              </a:ext>
            </a:extLst>
          </p:cNvPr>
          <p:cNvSpPr/>
          <p:nvPr/>
        </p:nvSpPr>
        <p:spPr>
          <a:xfrm>
            <a:off x="29316496" y="1908422"/>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ずっとかずこの会に憧れていました！いつか</a:t>
            </a:r>
            <a:endParaRPr lang="en-US" altLang="ja-JP" sz="1100" dirty="0">
              <a:solidFill>
                <a:sysClr val="windowText" lastClr="000000"/>
              </a:solidFill>
            </a:endParaRPr>
          </a:p>
          <a:p>
            <a:pPr algn="ctr"/>
            <a:r>
              <a:rPr lang="ja-JP" altLang="en-US" sz="1100">
                <a:solidFill>
                  <a:sysClr val="windowText" lastClr="000000"/>
                </a:solidFill>
              </a:rPr>
              <a:t>赤バンダナつけて皆さんとご一緒したいです！</a:t>
            </a:r>
            <a:endParaRPr lang="en-US" altLang="ja-JP" sz="1100" dirty="0">
              <a:solidFill>
                <a:sysClr val="windowText" lastClr="000000"/>
              </a:solidFill>
            </a:endParaRPr>
          </a:p>
        </p:txBody>
      </p:sp>
      <p:graphicFrame>
        <p:nvGraphicFramePr>
          <p:cNvPr id="171" name="表 24">
            <a:extLst>
              <a:ext uri="{FF2B5EF4-FFF2-40B4-BE49-F238E27FC236}">
                <a16:creationId xmlns:a16="http://schemas.microsoft.com/office/drawing/2014/main" id="{EC3265A1-3B12-B0FB-DB70-2D335797DE52}"/>
              </a:ext>
            </a:extLst>
          </p:cNvPr>
          <p:cNvGraphicFramePr>
            <a:graphicFrameLocks noGrp="1"/>
          </p:cNvGraphicFramePr>
          <p:nvPr>
            <p:extLst>
              <p:ext uri="{D42A27DB-BD31-4B8C-83A1-F6EECF244321}">
                <p14:modId xmlns:p14="http://schemas.microsoft.com/office/powerpoint/2010/main" val="1929317538"/>
              </p:ext>
            </p:extLst>
          </p:nvPr>
        </p:nvGraphicFramePr>
        <p:xfrm>
          <a:off x="33217438" y="189973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L0163</a:t>
                      </a:r>
                    </a:p>
                    <a:p>
                      <a:pPr algn="ctr"/>
                      <a:r>
                        <a:rPr kumimoji="1" lang="ja-JP" altLang="en-US" sz="1100" b="0">
                          <a:solidFill>
                            <a:schemeClr val="tx1"/>
                          </a:solidFill>
                        </a:rPr>
                        <a:t>アメリカ</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4EC"/>
                    </a:solidFill>
                  </a:tcPr>
                </a:tc>
                <a:tc>
                  <a:txBody>
                    <a:bodyPr/>
                    <a:lstStyle/>
                    <a:p>
                      <a:pPr algn="ctr"/>
                      <a:r>
                        <a:rPr lang="ja-JP" altLang="en-US" sz="1400" b="0">
                          <a:solidFill>
                            <a:schemeClr val="tx1"/>
                          </a:solidFill>
                        </a:rPr>
                        <a:t>あきこ</a:t>
                      </a:r>
                      <a:endParaRPr lang="en-US" altLang="ja-JP" sz="1400" b="0" dirty="0">
                        <a:solidFill>
                          <a:schemeClr val="tx1"/>
                        </a:solidFill>
                      </a:endParaRPr>
                    </a:p>
                    <a:p>
                      <a:pPr algn="ctr"/>
                      <a:r>
                        <a:rPr lang="en-US" altLang="ja-JP" sz="1400" b="0" dirty="0">
                          <a:solidFill>
                            <a:schemeClr val="tx1"/>
                          </a:solidFill>
                        </a:rPr>
                        <a:t>29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0" name="角丸四角形吹き出し 179">
            <a:extLst>
              <a:ext uri="{FF2B5EF4-FFF2-40B4-BE49-F238E27FC236}">
                <a16:creationId xmlns:a16="http://schemas.microsoft.com/office/drawing/2014/main" id="{6559195B-4AA1-FB3B-01A8-B79477117F3A}"/>
              </a:ext>
            </a:extLst>
          </p:cNvPr>
          <p:cNvSpPr/>
          <p:nvPr/>
        </p:nvSpPr>
        <p:spPr>
          <a:xfrm>
            <a:off x="29316496" y="2706477"/>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和歌山にも生産者さんがもりもり</a:t>
            </a:r>
            <a:endParaRPr lang="en-US" altLang="ja-JP" sz="1400" dirty="0">
              <a:solidFill>
                <a:sysClr val="windowText" lastClr="000000"/>
              </a:solidFill>
            </a:endParaRPr>
          </a:p>
          <a:p>
            <a:pPr algn="ctr"/>
            <a:r>
              <a:rPr lang="ja-JP" altLang="en-US" sz="1400">
                <a:solidFill>
                  <a:sysClr val="windowText" lastClr="000000"/>
                </a:solidFill>
              </a:rPr>
              <a:t>増えますように！</a:t>
            </a:r>
            <a:endParaRPr lang="en-US" altLang="ja-JP" sz="1400" dirty="0">
              <a:solidFill>
                <a:sysClr val="windowText" lastClr="000000"/>
              </a:solidFill>
            </a:endParaRPr>
          </a:p>
        </p:txBody>
      </p:sp>
      <p:graphicFrame>
        <p:nvGraphicFramePr>
          <p:cNvPr id="181" name="表 24">
            <a:extLst>
              <a:ext uri="{FF2B5EF4-FFF2-40B4-BE49-F238E27FC236}">
                <a16:creationId xmlns:a16="http://schemas.microsoft.com/office/drawing/2014/main" id="{0BC2A468-D044-F020-C379-7716E7D3B7F4}"/>
              </a:ext>
            </a:extLst>
          </p:cNvPr>
          <p:cNvGraphicFramePr>
            <a:graphicFrameLocks noGrp="1"/>
          </p:cNvGraphicFramePr>
          <p:nvPr>
            <p:extLst>
              <p:ext uri="{D42A27DB-BD31-4B8C-83A1-F6EECF244321}">
                <p14:modId xmlns:p14="http://schemas.microsoft.com/office/powerpoint/2010/main" val="816333727"/>
              </p:ext>
            </p:extLst>
          </p:nvPr>
        </p:nvGraphicFramePr>
        <p:xfrm>
          <a:off x="33217438" y="269778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L0164</a:t>
                      </a:r>
                    </a:p>
                    <a:p>
                      <a:pPr algn="ctr"/>
                      <a:r>
                        <a:rPr kumimoji="1" lang="ja-JP" altLang="en-US" sz="1400" b="0">
                          <a:solidFill>
                            <a:schemeClr val="tx1"/>
                          </a:solidFill>
                        </a:rPr>
                        <a:t>和歌山</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ja-JP" altLang="en-US" sz="1100" b="0">
                          <a:solidFill>
                            <a:schemeClr val="tx1"/>
                          </a:solidFill>
                        </a:rPr>
                        <a:t>じゅくしたヒヨコ</a:t>
                      </a:r>
                      <a:endParaRPr lang="en-US" altLang="ja-JP" sz="11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2" name="角丸四角形吹き出し 181">
            <a:extLst>
              <a:ext uri="{FF2B5EF4-FFF2-40B4-BE49-F238E27FC236}">
                <a16:creationId xmlns:a16="http://schemas.microsoft.com/office/drawing/2014/main" id="{4E6FA12B-6C98-81BF-7CC3-CF69EF699E1C}"/>
              </a:ext>
            </a:extLst>
          </p:cNvPr>
          <p:cNvSpPr/>
          <p:nvPr/>
        </p:nvSpPr>
        <p:spPr>
          <a:xfrm>
            <a:off x="29316496" y="3513882"/>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200">
                <a:solidFill>
                  <a:sysClr val="windowText" lastClr="000000"/>
                </a:solidFill>
              </a:rPr>
              <a:t>可能や限り推し活布教活動してまいります</a:t>
            </a:r>
            <a:endParaRPr lang="en-US" altLang="ja-JP" sz="1200" dirty="0">
              <a:solidFill>
                <a:sysClr val="windowText" lastClr="000000"/>
              </a:solidFill>
            </a:endParaRPr>
          </a:p>
          <a:p>
            <a:pPr algn="ctr"/>
            <a:r>
              <a:rPr lang="ja-JP" altLang="en-US" sz="1200">
                <a:solidFill>
                  <a:sysClr val="windowText" lastClr="000000"/>
                </a:solidFill>
              </a:rPr>
              <a:t>ので、よろしくお願いいたします！</a:t>
            </a:r>
            <a:endParaRPr lang="en-US" altLang="ja-JP" sz="1200" dirty="0">
              <a:solidFill>
                <a:sysClr val="windowText" lastClr="000000"/>
              </a:solidFill>
            </a:endParaRPr>
          </a:p>
        </p:txBody>
      </p:sp>
      <p:graphicFrame>
        <p:nvGraphicFramePr>
          <p:cNvPr id="184" name="表 24">
            <a:extLst>
              <a:ext uri="{FF2B5EF4-FFF2-40B4-BE49-F238E27FC236}">
                <a16:creationId xmlns:a16="http://schemas.microsoft.com/office/drawing/2014/main" id="{A97605F4-8BDE-2D53-9F7A-D3D548969C3E}"/>
              </a:ext>
            </a:extLst>
          </p:cNvPr>
          <p:cNvGraphicFramePr>
            <a:graphicFrameLocks noGrp="1"/>
          </p:cNvGraphicFramePr>
          <p:nvPr>
            <p:extLst>
              <p:ext uri="{D42A27DB-BD31-4B8C-83A1-F6EECF244321}">
                <p14:modId xmlns:p14="http://schemas.microsoft.com/office/powerpoint/2010/main" val="2650392033"/>
              </p:ext>
            </p:extLst>
          </p:nvPr>
        </p:nvGraphicFramePr>
        <p:xfrm>
          <a:off x="33217438" y="350519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L0165</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ゆうき</a:t>
                      </a:r>
                      <a:endParaRPr lang="en-US" altLang="ja-JP" sz="1400" b="0" dirty="0">
                        <a:solidFill>
                          <a:schemeClr val="tx1"/>
                        </a:solidFill>
                      </a:endParaRPr>
                    </a:p>
                    <a:p>
                      <a:pPr algn="ctr"/>
                      <a:r>
                        <a:rPr lang="en-US" altLang="ja-JP" sz="1400" b="0" dirty="0">
                          <a:solidFill>
                            <a:schemeClr val="tx1"/>
                          </a:solidFill>
                        </a:rPr>
                        <a:t>25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5" name="角丸四角形吹き出し 184">
            <a:extLst>
              <a:ext uri="{FF2B5EF4-FFF2-40B4-BE49-F238E27FC236}">
                <a16:creationId xmlns:a16="http://schemas.microsoft.com/office/drawing/2014/main" id="{7FF47B76-3800-39C2-62D8-C23798AA1046}"/>
              </a:ext>
            </a:extLst>
          </p:cNvPr>
          <p:cNvSpPr/>
          <p:nvPr/>
        </p:nvSpPr>
        <p:spPr>
          <a:xfrm>
            <a:off x="29316496" y="5004326"/>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かずこの会を具現化してくださった方々ありがとうございます</a:t>
            </a:r>
            <a:endParaRPr lang="en-US" altLang="ja-JP" sz="1400" dirty="0">
              <a:solidFill>
                <a:sysClr val="windowText" lastClr="000000"/>
              </a:solidFill>
            </a:endParaRPr>
          </a:p>
        </p:txBody>
      </p:sp>
      <p:graphicFrame>
        <p:nvGraphicFramePr>
          <p:cNvPr id="186" name="表 24">
            <a:extLst>
              <a:ext uri="{FF2B5EF4-FFF2-40B4-BE49-F238E27FC236}">
                <a16:creationId xmlns:a16="http://schemas.microsoft.com/office/drawing/2014/main" id="{F4F8C040-69A9-075A-5885-15031942B699}"/>
              </a:ext>
            </a:extLst>
          </p:cNvPr>
          <p:cNvGraphicFramePr>
            <a:graphicFrameLocks noGrp="1"/>
          </p:cNvGraphicFramePr>
          <p:nvPr>
            <p:extLst>
              <p:ext uri="{D42A27DB-BD31-4B8C-83A1-F6EECF244321}">
                <p14:modId xmlns:p14="http://schemas.microsoft.com/office/powerpoint/2010/main" val="78150420"/>
              </p:ext>
            </p:extLst>
          </p:nvPr>
        </p:nvGraphicFramePr>
        <p:xfrm>
          <a:off x="33217438" y="499563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L0167</a:t>
                      </a:r>
                    </a:p>
                    <a:p>
                      <a:pPr algn="ctr"/>
                      <a:r>
                        <a:rPr kumimoji="1" lang="ja-JP" altLang="en-US" sz="1400" b="0">
                          <a:solidFill>
                            <a:schemeClr val="tx1"/>
                          </a:solidFill>
                        </a:rPr>
                        <a:t>兵庫</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桜井　はな</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7" name="角丸四角形吹き出し 186">
            <a:extLst>
              <a:ext uri="{FF2B5EF4-FFF2-40B4-BE49-F238E27FC236}">
                <a16:creationId xmlns:a16="http://schemas.microsoft.com/office/drawing/2014/main" id="{3275FE61-4581-D37C-D02B-03082B2E06DD}"/>
              </a:ext>
            </a:extLst>
          </p:cNvPr>
          <p:cNvSpPr/>
          <p:nvPr/>
        </p:nvSpPr>
        <p:spPr>
          <a:xfrm>
            <a:off x="29316496" y="5744897"/>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200">
                <a:solidFill>
                  <a:sysClr val="windowText" lastClr="000000"/>
                </a:solidFill>
              </a:rPr>
              <a:t>宜しくお願いします</a:t>
            </a:r>
            <a:endParaRPr lang="en-US" altLang="ja-JP" sz="1200" dirty="0">
              <a:solidFill>
                <a:sysClr val="windowText" lastClr="000000"/>
              </a:solidFill>
            </a:endParaRPr>
          </a:p>
        </p:txBody>
      </p:sp>
      <p:graphicFrame>
        <p:nvGraphicFramePr>
          <p:cNvPr id="401" name="表 24">
            <a:extLst>
              <a:ext uri="{FF2B5EF4-FFF2-40B4-BE49-F238E27FC236}">
                <a16:creationId xmlns:a16="http://schemas.microsoft.com/office/drawing/2014/main" id="{7D6892AC-BA5F-CC79-D278-16F1CF700D93}"/>
              </a:ext>
            </a:extLst>
          </p:cNvPr>
          <p:cNvGraphicFramePr>
            <a:graphicFrameLocks noGrp="1"/>
          </p:cNvGraphicFramePr>
          <p:nvPr>
            <p:extLst>
              <p:ext uri="{D42A27DB-BD31-4B8C-83A1-F6EECF244321}">
                <p14:modId xmlns:p14="http://schemas.microsoft.com/office/powerpoint/2010/main" val="205442771"/>
              </p:ext>
            </p:extLst>
          </p:nvPr>
        </p:nvGraphicFramePr>
        <p:xfrm>
          <a:off x="33217438" y="573620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L0168</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トッポ</a:t>
                      </a:r>
                      <a:endParaRPr lang="en-US" altLang="ja-JP" sz="1400" b="0" dirty="0">
                        <a:solidFill>
                          <a:schemeClr val="tx1"/>
                        </a:solidFill>
                      </a:endParaRPr>
                    </a:p>
                    <a:p>
                      <a:pPr algn="ctr"/>
                      <a:r>
                        <a:rPr lang="en-US" altLang="ja-JP" sz="1400" b="0" dirty="0">
                          <a:solidFill>
                            <a:schemeClr val="tx1"/>
                          </a:solidFill>
                        </a:rPr>
                        <a:t>58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13" name="角丸四角形吹き出し 412">
            <a:extLst>
              <a:ext uri="{FF2B5EF4-FFF2-40B4-BE49-F238E27FC236}">
                <a16:creationId xmlns:a16="http://schemas.microsoft.com/office/drawing/2014/main" id="{1C467B5E-0711-CE90-4F85-107BCA22E028}"/>
              </a:ext>
            </a:extLst>
          </p:cNvPr>
          <p:cNvSpPr/>
          <p:nvPr/>
        </p:nvSpPr>
        <p:spPr>
          <a:xfrm>
            <a:off x="29316496" y="6489042"/>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本日初</a:t>
            </a:r>
            <a:r>
              <a:rPr lang="en-US" altLang="ja-JP" sz="1100" dirty="0">
                <a:solidFill>
                  <a:sysClr val="windowText" lastClr="000000"/>
                </a:solidFill>
              </a:rPr>
              <a:t>NGK</a:t>
            </a:r>
            <a:r>
              <a:rPr lang="ja-JP" altLang="en-US" sz="1100">
                <a:solidFill>
                  <a:sysClr val="windowText" lastClr="000000"/>
                </a:solidFill>
              </a:rPr>
              <a:t>記念に勇気を出して入会希望します！</a:t>
            </a:r>
            <a:r>
              <a:rPr lang="en-US" altLang="ja-JP" sz="1100" dirty="0">
                <a:solidFill>
                  <a:sysClr val="windowText" lastClr="000000"/>
                </a:solidFill>
              </a:rPr>
              <a:t>2019</a:t>
            </a:r>
            <a:r>
              <a:rPr lang="ja-JP" altLang="en-US" sz="1100">
                <a:solidFill>
                  <a:sysClr val="windowText" lastClr="000000"/>
                </a:solidFill>
              </a:rPr>
              <a:t>優勝から♡射抜かれ続けてます！</a:t>
            </a:r>
            <a:endParaRPr lang="en-US" altLang="ja-JP" sz="1100" dirty="0">
              <a:solidFill>
                <a:sysClr val="windowText" lastClr="000000"/>
              </a:solidFill>
            </a:endParaRPr>
          </a:p>
        </p:txBody>
      </p:sp>
      <p:graphicFrame>
        <p:nvGraphicFramePr>
          <p:cNvPr id="415" name="表 24">
            <a:extLst>
              <a:ext uri="{FF2B5EF4-FFF2-40B4-BE49-F238E27FC236}">
                <a16:creationId xmlns:a16="http://schemas.microsoft.com/office/drawing/2014/main" id="{7AEFABE1-ADB0-1211-A33E-83FC80A254A4}"/>
              </a:ext>
            </a:extLst>
          </p:cNvPr>
          <p:cNvGraphicFramePr>
            <a:graphicFrameLocks noGrp="1"/>
          </p:cNvGraphicFramePr>
          <p:nvPr>
            <p:extLst>
              <p:ext uri="{D42A27DB-BD31-4B8C-83A1-F6EECF244321}">
                <p14:modId xmlns:p14="http://schemas.microsoft.com/office/powerpoint/2010/main" val="3200208335"/>
              </p:ext>
            </p:extLst>
          </p:nvPr>
        </p:nvGraphicFramePr>
        <p:xfrm>
          <a:off x="33217438" y="648035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L0169</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ちめ奴</a:t>
                      </a:r>
                      <a:r>
                        <a:rPr lang="en-US" altLang="ja-JP" sz="1400" b="0" dirty="0">
                          <a:solidFill>
                            <a:schemeClr val="tx1"/>
                          </a:solidFill>
                        </a:rPr>
                        <a:t>54</a:t>
                      </a:r>
                      <a:r>
                        <a:rPr lang="ja-JP" altLang="en-US" sz="1400" b="0">
                          <a:solidFill>
                            <a:schemeClr val="tx1"/>
                          </a:solidFill>
                        </a:rPr>
                        <a:t>号</a:t>
                      </a:r>
                      <a:endParaRPr lang="en-US" altLang="ja-JP" sz="1400" b="0" dirty="0">
                        <a:solidFill>
                          <a:schemeClr val="tx1"/>
                        </a:solidFill>
                      </a:endParaRPr>
                    </a:p>
                    <a:p>
                      <a:pPr algn="ctr"/>
                      <a:r>
                        <a:rPr lang="en-US" altLang="ja-JP" sz="1400" b="0" dirty="0">
                          <a:solidFill>
                            <a:schemeClr val="tx1"/>
                          </a:solidFill>
                        </a:rPr>
                        <a:t>54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16" name="角丸四角形吹き出し 415">
            <a:extLst>
              <a:ext uri="{FF2B5EF4-FFF2-40B4-BE49-F238E27FC236}">
                <a16:creationId xmlns:a16="http://schemas.microsoft.com/office/drawing/2014/main" id="{5CE3BAF6-A36C-A942-C422-E8D15BD0AF0C}"/>
              </a:ext>
            </a:extLst>
          </p:cNvPr>
          <p:cNvSpPr/>
          <p:nvPr/>
        </p:nvSpPr>
        <p:spPr>
          <a:xfrm>
            <a:off x="29316496" y="4322450"/>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200">
                <a:solidFill>
                  <a:sysClr val="windowText" lastClr="000000"/>
                </a:solidFill>
              </a:rPr>
              <a:t>お笑いと和菓子が好きです。</a:t>
            </a:r>
            <a:endParaRPr lang="en-US" altLang="ja-JP" sz="1200" dirty="0">
              <a:solidFill>
                <a:sysClr val="windowText" lastClr="000000"/>
              </a:solidFill>
            </a:endParaRPr>
          </a:p>
          <a:p>
            <a:pPr algn="ctr"/>
            <a:r>
              <a:rPr lang="ja-JP" altLang="en-US" sz="1200">
                <a:solidFill>
                  <a:sysClr val="windowText" lastClr="000000"/>
                </a:solidFill>
              </a:rPr>
              <a:t>よろしくお願いします！</a:t>
            </a:r>
            <a:endParaRPr lang="en-US" altLang="ja-JP" sz="1200" dirty="0">
              <a:solidFill>
                <a:sysClr val="windowText" lastClr="000000"/>
              </a:solidFill>
            </a:endParaRPr>
          </a:p>
        </p:txBody>
      </p:sp>
      <p:graphicFrame>
        <p:nvGraphicFramePr>
          <p:cNvPr id="417" name="表 24">
            <a:extLst>
              <a:ext uri="{FF2B5EF4-FFF2-40B4-BE49-F238E27FC236}">
                <a16:creationId xmlns:a16="http://schemas.microsoft.com/office/drawing/2014/main" id="{D5312DC1-90BA-CE16-7BE6-B5BC94540B0F}"/>
              </a:ext>
            </a:extLst>
          </p:cNvPr>
          <p:cNvGraphicFramePr>
            <a:graphicFrameLocks noGrp="1"/>
          </p:cNvGraphicFramePr>
          <p:nvPr>
            <p:extLst>
              <p:ext uri="{D42A27DB-BD31-4B8C-83A1-F6EECF244321}">
                <p14:modId xmlns:p14="http://schemas.microsoft.com/office/powerpoint/2010/main" val="3766638215"/>
              </p:ext>
            </p:extLst>
          </p:nvPr>
        </p:nvGraphicFramePr>
        <p:xfrm>
          <a:off x="33217438" y="431376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L0166</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カドマル</a:t>
                      </a:r>
                      <a:endParaRPr lang="en-US" altLang="ja-JP" sz="1400" b="0" dirty="0">
                        <a:solidFill>
                          <a:schemeClr val="tx1"/>
                        </a:solidFill>
                      </a:endParaRPr>
                    </a:p>
                    <a:p>
                      <a:pPr algn="ctr"/>
                      <a:r>
                        <a:rPr lang="en-US" altLang="ja-JP" sz="1400" b="0" dirty="0">
                          <a:solidFill>
                            <a:schemeClr val="tx1"/>
                          </a:solidFill>
                        </a:rPr>
                        <a:t>32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25" name="角丸四角形吹き出し 324">
            <a:extLst>
              <a:ext uri="{FF2B5EF4-FFF2-40B4-BE49-F238E27FC236}">
                <a16:creationId xmlns:a16="http://schemas.microsoft.com/office/drawing/2014/main" id="{B2B2764B-A8F6-E412-3D9D-6B2178626157}"/>
              </a:ext>
            </a:extLst>
          </p:cNvPr>
          <p:cNvSpPr/>
          <p:nvPr/>
        </p:nvSpPr>
        <p:spPr>
          <a:xfrm>
            <a:off x="29316496" y="7251042"/>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100">
                <a:solidFill>
                  <a:sysClr val="windowText" lastClr="000000"/>
                </a:solidFill>
              </a:rPr>
              <a:t>先日ボンカタでメールを読んでいただき、まさかの直筆ステッカーが届き</a:t>
            </a:r>
            <a:r>
              <a:rPr lang="en-US" altLang="ja-JP" sz="1100" dirty="0">
                <a:solidFill>
                  <a:sysClr val="windowText" lastClr="000000"/>
                </a:solidFill>
              </a:rPr>
              <a:t>…</a:t>
            </a:r>
            <a:r>
              <a:rPr lang="ja-JP" altLang="en-US" sz="1100">
                <a:solidFill>
                  <a:sysClr val="windowText" lastClr="000000"/>
                </a:solidFill>
              </a:rPr>
              <a:t>　たまらんやないか！</a:t>
            </a:r>
            <a:endParaRPr lang="en-US" altLang="ja-JP" sz="1100" dirty="0">
              <a:solidFill>
                <a:sysClr val="windowText" lastClr="000000"/>
              </a:solidFill>
            </a:endParaRPr>
          </a:p>
        </p:txBody>
      </p:sp>
      <p:graphicFrame>
        <p:nvGraphicFramePr>
          <p:cNvPr id="326" name="表 24">
            <a:extLst>
              <a:ext uri="{FF2B5EF4-FFF2-40B4-BE49-F238E27FC236}">
                <a16:creationId xmlns:a16="http://schemas.microsoft.com/office/drawing/2014/main" id="{ED48DEA5-92B5-2258-2C77-2A590B2C1AA7}"/>
              </a:ext>
            </a:extLst>
          </p:cNvPr>
          <p:cNvGraphicFramePr>
            <a:graphicFrameLocks noGrp="1"/>
          </p:cNvGraphicFramePr>
          <p:nvPr>
            <p:extLst>
              <p:ext uri="{D42A27DB-BD31-4B8C-83A1-F6EECF244321}">
                <p14:modId xmlns:p14="http://schemas.microsoft.com/office/powerpoint/2010/main" val="2482232699"/>
              </p:ext>
            </p:extLst>
          </p:nvPr>
        </p:nvGraphicFramePr>
        <p:xfrm>
          <a:off x="33217438" y="724235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L0170</a:t>
                      </a:r>
                    </a:p>
                    <a:p>
                      <a:pPr algn="ctr"/>
                      <a:r>
                        <a:rPr kumimoji="1" lang="ja-JP" altLang="en-US" sz="1400" b="0">
                          <a:solidFill>
                            <a:schemeClr val="tx1"/>
                          </a:solidFill>
                        </a:rPr>
                        <a:t>北海道</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100" b="0">
                          <a:solidFill>
                            <a:schemeClr val="tx1"/>
                          </a:solidFill>
                        </a:rPr>
                        <a:t>道産子あきちゃん</a:t>
                      </a:r>
                      <a:endParaRPr lang="en-US" altLang="ja-JP" sz="11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27" name="角丸四角形吹き出し 326">
            <a:extLst>
              <a:ext uri="{FF2B5EF4-FFF2-40B4-BE49-F238E27FC236}">
                <a16:creationId xmlns:a16="http://schemas.microsoft.com/office/drawing/2014/main" id="{32633CD4-17E9-80E7-9086-CA36A065F80C}"/>
              </a:ext>
            </a:extLst>
          </p:cNvPr>
          <p:cNvSpPr/>
          <p:nvPr/>
        </p:nvSpPr>
        <p:spPr>
          <a:xfrm>
            <a:off x="29316496" y="8032092"/>
            <a:ext cx="3214442" cy="501336"/>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ずっと憧れてたかずこの会</a:t>
            </a:r>
            <a:endParaRPr lang="en-US" altLang="ja-JP" sz="1400" dirty="0">
              <a:solidFill>
                <a:sysClr val="windowText" lastClr="000000"/>
              </a:solidFill>
            </a:endParaRPr>
          </a:p>
          <a:p>
            <a:pPr algn="ctr"/>
            <a:r>
              <a:rPr lang="ja-JP" altLang="en-US" sz="1400">
                <a:solidFill>
                  <a:sysClr val="windowText" lastClr="000000"/>
                </a:solidFill>
              </a:rPr>
              <a:t>やっと一歩踏み出せました</a:t>
            </a:r>
            <a:endParaRPr lang="en-US" altLang="ja-JP" sz="1400" dirty="0">
              <a:solidFill>
                <a:sysClr val="windowText" lastClr="000000"/>
              </a:solidFill>
            </a:endParaRPr>
          </a:p>
        </p:txBody>
      </p:sp>
      <p:graphicFrame>
        <p:nvGraphicFramePr>
          <p:cNvPr id="328" name="表 24">
            <a:extLst>
              <a:ext uri="{FF2B5EF4-FFF2-40B4-BE49-F238E27FC236}">
                <a16:creationId xmlns:a16="http://schemas.microsoft.com/office/drawing/2014/main" id="{44C01505-B701-D2ED-3346-E5F30F4E6AF4}"/>
              </a:ext>
            </a:extLst>
          </p:cNvPr>
          <p:cNvGraphicFramePr>
            <a:graphicFrameLocks noGrp="1"/>
          </p:cNvGraphicFramePr>
          <p:nvPr>
            <p:extLst>
              <p:ext uri="{D42A27DB-BD31-4B8C-83A1-F6EECF244321}">
                <p14:modId xmlns:p14="http://schemas.microsoft.com/office/powerpoint/2010/main" val="65087300"/>
              </p:ext>
            </p:extLst>
          </p:nvPr>
        </p:nvGraphicFramePr>
        <p:xfrm>
          <a:off x="33217438" y="802340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L0171</a:t>
                      </a:r>
                    </a:p>
                    <a:p>
                      <a:pPr algn="ctr"/>
                      <a:r>
                        <a:rPr kumimoji="1" lang="ja-JP" altLang="en-US" sz="1400" b="0">
                          <a:solidFill>
                            <a:schemeClr val="tx1"/>
                          </a:solidFill>
                        </a:rPr>
                        <a:t>埼玉</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雪だるま</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81" name="角丸四角形吹き出し 380">
            <a:extLst>
              <a:ext uri="{FF2B5EF4-FFF2-40B4-BE49-F238E27FC236}">
                <a16:creationId xmlns:a16="http://schemas.microsoft.com/office/drawing/2014/main" id="{A20EB8B3-8873-8678-4292-989F4D659CCC}"/>
              </a:ext>
            </a:extLst>
          </p:cNvPr>
          <p:cNvSpPr/>
          <p:nvPr/>
        </p:nvSpPr>
        <p:spPr>
          <a:xfrm>
            <a:off x="29283077" y="8753600"/>
            <a:ext cx="3289695" cy="507089"/>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300">
                <a:solidFill>
                  <a:sysClr val="windowText" lastClr="000000"/>
                </a:solidFill>
              </a:rPr>
              <a:t>ボンカタ</a:t>
            </a:r>
            <a:r>
              <a:rPr lang="en-US" altLang="ja-JP" sz="1300" dirty="0">
                <a:solidFill>
                  <a:sysClr val="windowText" lastClr="000000"/>
                </a:solidFill>
              </a:rPr>
              <a:t>1</a:t>
            </a:r>
            <a:r>
              <a:rPr lang="ja-JP" altLang="en-US" sz="1300">
                <a:solidFill>
                  <a:sysClr val="windowText" lastClr="000000"/>
                </a:solidFill>
              </a:rPr>
              <a:t>回目から聞いてます。</a:t>
            </a:r>
            <a:endParaRPr lang="en-US" altLang="ja-JP" sz="1300" dirty="0">
              <a:solidFill>
                <a:sysClr val="windowText" lastClr="000000"/>
              </a:solidFill>
            </a:endParaRPr>
          </a:p>
          <a:p>
            <a:pPr algn="ctr"/>
            <a:r>
              <a:rPr lang="ja-JP" altLang="en-US" sz="1300">
                <a:solidFill>
                  <a:sysClr val="windowText" lastClr="000000"/>
                </a:solidFill>
              </a:rPr>
              <a:t>よろしくお願いします！</a:t>
            </a:r>
          </a:p>
        </p:txBody>
      </p:sp>
      <p:graphicFrame>
        <p:nvGraphicFramePr>
          <p:cNvPr id="426" name="表 24">
            <a:extLst>
              <a:ext uri="{FF2B5EF4-FFF2-40B4-BE49-F238E27FC236}">
                <a16:creationId xmlns:a16="http://schemas.microsoft.com/office/drawing/2014/main" id="{F5F07339-7DC3-AF31-CB6F-A3C80035EF21}"/>
              </a:ext>
            </a:extLst>
          </p:cNvPr>
          <p:cNvGraphicFramePr>
            <a:graphicFrameLocks noGrp="1"/>
          </p:cNvGraphicFramePr>
          <p:nvPr>
            <p:extLst>
              <p:ext uri="{D42A27DB-BD31-4B8C-83A1-F6EECF244321}">
                <p14:modId xmlns:p14="http://schemas.microsoft.com/office/powerpoint/2010/main" val="1345267213"/>
              </p:ext>
            </p:extLst>
          </p:nvPr>
        </p:nvGraphicFramePr>
        <p:xfrm>
          <a:off x="33215157" y="8773541"/>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L0172</a:t>
                      </a:r>
                    </a:p>
                    <a:p>
                      <a:pPr algn="ctr"/>
                      <a:r>
                        <a:rPr kumimoji="1" lang="ja-JP" altLang="en-US" sz="1400" b="0">
                          <a:solidFill>
                            <a:schemeClr val="tx1"/>
                          </a:solidFill>
                        </a:rPr>
                        <a:t>京都</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E78"/>
                    </a:solidFill>
                  </a:tcPr>
                </a:tc>
                <a:tc>
                  <a:txBody>
                    <a:bodyPr/>
                    <a:lstStyle/>
                    <a:p>
                      <a:pPr algn="ctr"/>
                      <a:r>
                        <a:rPr lang="ja-JP" altLang="en-US" sz="1100" b="0">
                          <a:solidFill>
                            <a:schemeClr val="tx1"/>
                          </a:solidFill>
                        </a:rPr>
                        <a:t>あいすまんじゅう</a:t>
                      </a:r>
                      <a:endParaRPr lang="en-US" altLang="ja-JP" sz="11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19" name="角丸四角形吹き出し 418">
            <a:extLst>
              <a:ext uri="{FF2B5EF4-FFF2-40B4-BE49-F238E27FC236}">
                <a16:creationId xmlns:a16="http://schemas.microsoft.com/office/drawing/2014/main" id="{F351DF55-E1A7-D109-8030-DF32044652F1}"/>
              </a:ext>
            </a:extLst>
          </p:cNvPr>
          <p:cNvSpPr/>
          <p:nvPr/>
        </p:nvSpPr>
        <p:spPr>
          <a:xfrm>
            <a:off x="29271251" y="9534275"/>
            <a:ext cx="3301518"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皆さまとお会いできるのが楽しみ</a:t>
            </a:r>
            <a:endParaRPr lang="en-US" altLang="ja-JP" sz="1400" dirty="0">
              <a:solidFill>
                <a:sysClr val="windowText" lastClr="000000"/>
              </a:solidFill>
            </a:endParaRPr>
          </a:p>
          <a:p>
            <a:pPr algn="ctr"/>
            <a:r>
              <a:rPr lang="ja-JP" altLang="en-US" sz="1400">
                <a:solidFill>
                  <a:sysClr val="windowText" lastClr="000000"/>
                </a:solidFill>
              </a:rPr>
              <a:t>です。よろしくお願いします</a:t>
            </a:r>
          </a:p>
        </p:txBody>
      </p:sp>
      <p:graphicFrame>
        <p:nvGraphicFramePr>
          <p:cNvPr id="424" name="表 24">
            <a:extLst>
              <a:ext uri="{FF2B5EF4-FFF2-40B4-BE49-F238E27FC236}">
                <a16:creationId xmlns:a16="http://schemas.microsoft.com/office/drawing/2014/main" id="{0FE05CCC-C7D9-D693-ED6C-37A8274373D9}"/>
              </a:ext>
            </a:extLst>
          </p:cNvPr>
          <p:cNvGraphicFramePr>
            <a:graphicFrameLocks noGrp="1"/>
          </p:cNvGraphicFramePr>
          <p:nvPr>
            <p:extLst>
              <p:ext uri="{D42A27DB-BD31-4B8C-83A1-F6EECF244321}">
                <p14:modId xmlns:p14="http://schemas.microsoft.com/office/powerpoint/2010/main" val="25020897"/>
              </p:ext>
            </p:extLst>
          </p:nvPr>
        </p:nvGraphicFramePr>
        <p:xfrm>
          <a:off x="33180154" y="956235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L0173</a:t>
                      </a:r>
                    </a:p>
                    <a:p>
                      <a:pPr algn="ctr"/>
                      <a:r>
                        <a:rPr kumimoji="1" lang="ja-JP" altLang="en-US" sz="1400" b="0">
                          <a:solidFill>
                            <a:schemeClr val="bg1"/>
                          </a:solidFill>
                        </a:rPr>
                        <a:t>愛知</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バーバリアン</a:t>
                      </a:r>
                      <a:endParaRPr lang="en-US" altLang="ja-JP" sz="1400" b="0" dirty="0">
                        <a:solidFill>
                          <a:schemeClr val="tx1"/>
                        </a:solidFill>
                      </a:endParaRPr>
                    </a:p>
                    <a:p>
                      <a:pPr algn="ctr"/>
                      <a:r>
                        <a:rPr lang="en-US" altLang="ja-JP" sz="1400" b="0" dirty="0">
                          <a:solidFill>
                            <a:schemeClr val="tx1"/>
                          </a:solidFill>
                        </a:rPr>
                        <a:t>54</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38" name="表 24">
            <a:extLst>
              <a:ext uri="{FF2B5EF4-FFF2-40B4-BE49-F238E27FC236}">
                <a16:creationId xmlns:a16="http://schemas.microsoft.com/office/drawing/2014/main" id="{E1C7CC71-06A2-56C6-3169-86A18D9AB9F4}"/>
              </a:ext>
            </a:extLst>
          </p:cNvPr>
          <p:cNvGraphicFramePr>
            <a:graphicFrameLocks noGrp="1"/>
          </p:cNvGraphicFramePr>
          <p:nvPr>
            <p:extLst>
              <p:ext uri="{D42A27DB-BD31-4B8C-83A1-F6EECF244321}">
                <p14:modId xmlns:p14="http://schemas.microsoft.com/office/powerpoint/2010/main" val="55121852"/>
              </p:ext>
            </p:extLst>
          </p:nvPr>
        </p:nvGraphicFramePr>
        <p:xfrm>
          <a:off x="33181727" y="1036904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L0174</a:t>
                      </a:r>
                    </a:p>
                    <a:p>
                      <a:pPr algn="ctr"/>
                      <a:r>
                        <a:rPr kumimoji="1" lang="ja-JP" altLang="en-US" sz="1400" b="0">
                          <a:solidFill>
                            <a:schemeClr val="tx1"/>
                          </a:solidFill>
                        </a:rPr>
                        <a:t>栃木</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ぴーなす</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39" name="角丸四角形吹き出し 438">
            <a:extLst>
              <a:ext uri="{FF2B5EF4-FFF2-40B4-BE49-F238E27FC236}">
                <a16:creationId xmlns:a16="http://schemas.microsoft.com/office/drawing/2014/main" id="{CF2952ED-BDD4-B23D-6460-EB35CCD56D56}"/>
              </a:ext>
            </a:extLst>
          </p:cNvPr>
          <p:cNvSpPr/>
          <p:nvPr/>
        </p:nvSpPr>
        <p:spPr>
          <a:xfrm>
            <a:off x="29283074" y="10354614"/>
            <a:ext cx="3204292"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ミルクボーイさんのお人柄が好き</a:t>
            </a:r>
          </a:p>
        </p:txBody>
      </p:sp>
      <p:graphicFrame>
        <p:nvGraphicFramePr>
          <p:cNvPr id="440" name="表 24">
            <a:extLst>
              <a:ext uri="{FF2B5EF4-FFF2-40B4-BE49-F238E27FC236}">
                <a16:creationId xmlns:a16="http://schemas.microsoft.com/office/drawing/2014/main" id="{659371BC-BFBD-98D3-737C-BDCAA37058DD}"/>
              </a:ext>
            </a:extLst>
          </p:cNvPr>
          <p:cNvGraphicFramePr>
            <a:graphicFrameLocks noGrp="1"/>
          </p:cNvGraphicFramePr>
          <p:nvPr>
            <p:extLst>
              <p:ext uri="{D42A27DB-BD31-4B8C-83A1-F6EECF244321}">
                <p14:modId xmlns:p14="http://schemas.microsoft.com/office/powerpoint/2010/main" val="1699016013"/>
              </p:ext>
            </p:extLst>
          </p:nvPr>
        </p:nvGraphicFramePr>
        <p:xfrm>
          <a:off x="33205900" y="1103707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L0175</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marL="0" marR="0" lvl="0" indent="0" algn="ctr" defTabSz="3168030" rtl="0" eaLnBrk="1" fontAlgn="auto" latinLnBrk="0" hangingPunct="1">
                        <a:lnSpc>
                          <a:spcPct val="100000"/>
                        </a:lnSpc>
                        <a:spcBef>
                          <a:spcPts val="0"/>
                        </a:spcBef>
                        <a:spcAft>
                          <a:spcPts val="0"/>
                        </a:spcAft>
                        <a:buClrTx/>
                        <a:buSzTx/>
                        <a:buFontTx/>
                        <a:buNone/>
                        <a:tabLst/>
                        <a:defRPr/>
                      </a:pPr>
                      <a:r>
                        <a:rPr lang="ja-JP" altLang="en-US" sz="1050" b="0">
                          <a:solidFill>
                            <a:schemeClr val="tx1"/>
                          </a:solidFill>
                        </a:rPr>
                        <a:t>はちみつトースト</a:t>
                      </a:r>
                      <a:endParaRPr lang="en-US" altLang="ja-JP" sz="1050" b="0" dirty="0">
                        <a:solidFill>
                          <a:schemeClr val="tx1"/>
                        </a:solidFill>
                      </a:endParaRPr>
                    </a:p>
                    <a:p>
                      <a:pPr algn="ctr"/>
                      <a:r>
                        <a:rPr lang="en-US" altLang="ja-JP" sz="1400" b="0" dirty="0">
                          <a:solidFill>
                            <a:schemeClr val="tx1"/>
                          </a:solidFill>
                        </a:rPr>
                        <a:t>60</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41" name="角丸四角形吹き出し 440">
            <a:extLst>
              <a:ext uri="{FF2B5EF4-FFF2-40B4-BE49-F238E27FC236}">
                <a16:creationId xmlns:a16="http://schemas.microsoft.com/office/drawing/2014/main" id="{58253FC0-5C35-5517-9828-5A9A2034ED4A}"/>
              </a:ext>
            </a:extLst>
          </p:cNvPr>
          <p:cNvSpPr/>
          <p:nvPr/>
        </p:nvSpPr>
        <p:spPr>
          <a:xfrm>
            <a:off x="29283966" y="11033746"/>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ひっそり応援していましたが、</a:t>
            </a:r>
            <a:endParaRPr lang="en-US" altLang="ja-JP" sz="1400" dirty="0">
              <a:solidFill>
                <a:sysClr val="windowText" lastClr="000000"/>
              </a:solidFill>
            </a:endParaRPr>
          </a:p>
          <a:p>
            <a:pPr algn="ctr"/>
            <a:r>
              <a:rPr lang="ja-JP" altLang="en-US" sz="1400">
                <a:solidFill>
                  <a:sysClr val="windowText" lastClr="000000"/>
                </a:solidFill>
              </a:rPr>
              <a:t>勇気を出して入会します</a:t>
            </a:r>
          </a:p>
        </p:txBody>
      </p:sp>
      <p:graphicFrame>
        <p:nvGraphicFramePr>
          <p:cNvPr id="442" name="表 24">
            <a:extLst>
              <a:ext uri="{FF2B5EF4-FFF2-40B4-BE49-F238E27FC236}">
                <a16:creationId xmlns:a16="http://schemas.microsoft.com/office/drawing/2014/main" id="{C936666B-FE49-81FC-6776-3250CFE19BCC}"/>
              </a:ext>
            </a:extLst>
          </p:cNvPr>
          <p:cNvGraphicFramePr>
            <a:graphicFrameLocks noGrp="1"/>
          </p:cNvGraphicFramePr>
          <p:nvPr>
            <p:extLst>
              <p:ext uri="{D42A27DB-BD31-4B8C-83A1-F6EECF244321}">
                <p14:modId xmlns:p14="http://schemas.microsoft.com/office/powerpoint/2010/main" val="2578703063"/>
              </p:ext>
            </p:extLst>
          </p:nvPr>
        </p:nvGraphicFramePr>
        <p:xfrm>
          <a:off x="33224120" y="11825969"/>
          <a:ext cx="2063040" cy="640080"/>
        </p:xfrm>
        <a:graphic>
          <a:graphicData uri="http://schemas.openxmlformats.org/drawingml/2006/table">
            <a:tbl>
              <a:tblPr firstRow="1" bandRow="1">
                <a:tableStyleId>{5C22544A-7EE6-4342-B048-85BDC9FD1C3A}</a:tableStyleId>
              </a:tblPr>
              <a:tblGrid>
                <a:gridCol w="740356">
                  <a:extLst>
                    <a:ext uri="{9D8B030D-6E8A-4147-A177-3AD203B41FA5}">
                      <a16:colId xmlns:a16="http://schemas.microsoft.com/office/drawing/2014/main" val="291495438"/>
                    </a:ext>
                  </a:extLst>
                </a:gridCol>
                <a:gridCol w="132268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L0176</a:t>
                      </a:r>
                    </a:p>
                    <a:p>
                      <a:pPr algn="ctr"/>
                      <a:r>
                        <a:rPr kumimoji="1" lang="ja-JP" altLang="en-US" sz="1400" b="0">
                          <a:solidFill>
                            <a:schemeClr val="tx1"/>
                          </a:solidFill>
                        </a:rPr>
                        <a:t>神奈川</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100" b="0">
                          <a:solidFill>
                            <a:schemeClr val="tx1"/>
                          </a:solidFill>
                        </a:rPr>
                        <a:t>ジャングルジムから降りれないおじさん</a:t>
                      </a:r>
                      <a:endParaRPr lang="en-US" altLang="ja-JP" sz="1100" b="0" dirty="0">
                        <a:solidFill>
                          <a:schemeClr val="tx1"/>
                        </a:solidFill>
                      </a:endParaRPr>
                    </a:p>
                    <a:p>
                      <a:pPr algn="ctr"/>
                      <a:r>
                        <a:rPr lang="en-US" altLang="ja-JP" sz="1400" b="0" dirty="0">
                          <a:solidFill>
                            <a:schemeClr val="tx1"/>
                          </a:solidFill>
                        </a:rPr>
                        <a:t>30</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12" name="角丸四角形吹き出し 511">
            <a:extLst>
              <a:ext uri="{FF2B5EF4-FFF2-40B4-BE49-F238E27FC236}">
                <a16:creationId xmlns:a16="http://schemas.microsoft.com/office/drawing/2014/main" id="{C079636E-BE1B-4546-EB91-46A958886979}"/>
              </a:ext>
            </a:extLst>
          </p:cNvPr>
          <p:cNvSpPr/>
          <p:nvPr/>
        </p:nvSpPr>
        <p:spPr>
          <a:xfrm>
            <a:off x="29302184" y="11819167"/>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ぼんかた、みるかよリスナーです！</a:t>
            </a:r>
            <a:endParaRPr lang="en-US" altLang="ja-JP" sz="1400" dirty="0">
              <a:solidFill>
                <a:sysClr val="windowText" lastClr="000000"/>
              </a:solidFill>
            </a:endParaRPr>
          </a:p>
          <a:p>
            <a:pPr algn="ctr"/>
            <a:r>
              <a:rPr lang="ja-JP" altLang="en-US" sz="1400">
                <a:solidFill>
                  <a:sysClr val="windowText" lastClr="000000"/>
                </a:solidFill>
              </a:rPr>
              <a:t>よろしくお願いいたします！</a:t>
            </a:r>
          </a:p>
        </p:txBody>
      </p:sp>
      <p:graphicFrame>
        <p:nvGraphicFramePr>
          <p:cNvPr id="518" name="表 24">
            <a:extLst>
              <a:ext uri="{FF2B5EF4-FFF2-40B4-BE49-F238E27FC236}">
                <a16:creationId xmlns:a16="http://schemas.microsoft.com/office/drawing/2014/main" id="{4C5C9DC2-D374-E7D1-4BDF-637DD0C3E847}"/>
              </a:ext>
            </a:extLst>
          </p:cNvPr>
          <p:cNvGraphicFramePr>
            <a:graphicFrameLocks noGrp="1"/>
          </p:cNvGraphicFramePr>
          <p:nvPr>
            <p:extLst>
              <p:ext uri="{D42A27DB-BD31-4B8C-83A1-F6EECF244321}">
                <p14:modId xmlns:p14="http://schemas.microsoft.com/office/powerpoint/2010/main" val="3616091653"/>
              </p:ext>
            </p:extLst>
          </p:nvPr>
        </p:nvGraphicFramePr>
        <p:xfrm>
          <a:off x="33177054" y="12657858"/>
          <a:ext cx="2063040" cy="518160"/>
        </p:xfrm>
        <a:graphic>
          <a:graphicData uri="http://schemas.openxmlformats.org/drawingml/2006/table">
            <a:tbl>
              <a:tblPr firstRow="1" bandRow="1">
                <a:tableStyleId>{5C22544A-7EE6-4342-B048-85BDC9FD1C3A}</a:tableStyleId>
              </a:tblPr>
              <a:tblGrid>
                <a:gridCol w="740357">
                  <a:extLst>
                    <a:ext uri="{9D8B030D-6E8A-4147-A177-3AD203B41FA5}">
                      <a16:colId xmlns:a16="http://schemas.microsoft.com/office/drawing/2014/main" val="291495438"/>
                    </a:ext>
                  </a:extLst>
                </a:gridCol>
                <a:gridCol w="1322683">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L0177</a:t>
                      </a:r>
                    </a:p>
                    <a:p>
                      <a:pPr algn="ctr"/>
                      <a:r>
                        <a:rPr kumimoji="1" lang="ja-JP" altLang="en-US" sz="1400" b="0">
                          <a:solidFill>
                            <a:schemeClr val="tx1"/>
                          </a:solidFill>
                        </a:rPr>
                        <a:t>東京</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200" b="0">
                          <a:solidFill>
                            <a:schemeClr val="tx1"/>
                          </a:solidFill>
                        </a:rPr>
                        <a:t>レインボーシープ</a:t>
                      </a:r>
                      <a:endParaRPr lang="en-US" altLang="ja-JP" sz="12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19" name="角丸四角形吹き出し 518">
            <a:extLst>
              <a:ext uri="{FF2B5EF4-FFF2-40B4-BE49-F238E27FC236}">
                <a16:creationId xmlns:a16="http://schemas.microsoft.com/office/drawing/2014/main" id="{23A611B6-9403-3B5F-2174-22476CAF6F37}"/>
              </a:ext>
            </a:extLst>
          </p:cNvPr>
          <p:cNvSpPr/>
          <p:nvPr/>
        </p:nvSpPr>
        <p:spPr>
          <a:xfrm>
            <a:off x="29255116" y="12627871"/>
            <a:ext cx="3235936" cy="563032"/>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200">
                <a:solidFill>
                  <a:sysClr val="windowText" lastClr="000000"/>
                </a:solidFill>
              </a:rPr>
              <a:t>コロナ禍で気分が塞いでいたときボンカタを聴き始めて救われました</a:t>
            </a:r>
            <a:r>
              <a:rPr lang="en-US" altLang="ja-JP" sz="1200" dirty="0">
                <a:solidFill>
                  <a:sysClr val="windowText" lastClr="000000"/>
                </a:solidFill>
              </a:rPr>
              <a:t>(⁠^⁠^⁠)</a:t>
            </a:r>
            <a:r>
              <a:rPr lang="ja-JP" altLang="en-US" sz="1200">
                <a:solidFill>
                  <a:sysClr val="windowText" lastClr="000000"/>
                </a:solidFill>
              </a:rPr>
              <a:t>あの頃やってたコーナーは「乳毛のコーナー」です</a:t>
            </a:r>
            <a:r>
              <a:rPr lang="en-US" altLang="ja-JP" sz="1200" dirty="0">
                <a:solidFill>
                  <a:sysClr val="windowText" lastClr="000000"/>
                </a:solidFill>
              </a:rPr>
              <a:t>(</a:t>
            </a:r>
            <a:r>
              <a:rPr lang="ja-JP" altLang="en-US" sz="1200">
                <a:solidFill>
                  <a:sysClr val="windowText" lastClr="000000"/>
                </a:solidFill>
              </a:rPr>
              <a:t>笑</a:t>
            </a:r>
            <a:r>
              <a:rPr lang="en-US" altLang="ja-JP" sz="1200" dirty="0">
                <a:solidFill>
                  <a:sysClr val="windowText" lastClr="000000"/>
                </a:solidFill>
              </a:rPr>
              <a:t>)</a:t>
            </a:r>
          </a:p>
        </p:txBody>
      </p:sp>
      <p:graphicFrame>
        <p:nvGraphicFramePr>
          <p:cNvPr id="520" name="表 24">
            <a:extLst>
              <a:ext uri="{FF2B5EF4-FFF2-40B4-BE49-F238E27FC236}">
                <a16:creationId xmlns:a16="http://schemas.microsoft.com/office/drawing/2014/main" id="{419A5567-2DBF-48DB-C7F3-627D399554DE}"/>
              </a:ext>
            </a:extLst>
          </p:cNvPr>
          <p:cNvGraphicFramePr>
            <a:graphicFrameLocks noGrp="1"/>
          </p:cNvGraphicFramePr>
          <p:nvPr>
            <p:extLst>
              <p:ext uri="{D42A27DB-BD31-4B8C-83A1-F6EECF244321}">
                <p14:modId xmlns:p14="http://schemas.microsoft.com/office/powerpoint/2010/main" val="4180834381"/>
              </p:ext>
            </p:extLst>
          </p:nvPr>
        </p:nvGraphicFramePr>
        <p:xfrm>
          <a:off x="33177054" y="1336444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L0178</a:t>
                      </a:r>
                    </a:p>
                    <a:p>
                      <a:pPr algn="ctr"/>
                      <a:r>
                        <a:rPr kumimoji="1" lang="ja-JP" altLang="en-US" sz="1400" b="0">
                          <a:solidFill>
                            <a:schemeClr val="tx1"/>
                          </a:solidFill>
                        </a:rPr>
                        <a:t>千葉</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レモン</a:t>
                      </a:r>
                      <a:r>
                        <a:rPr lang="en-US" altLang="ja-JP" sz="1400" b="0" dirty="0">
                          <a:solidFill>
                            <a:schemeClr val="tx1"/>
                          </a:solidFill>
                        </a:rPr>
                        <a:t>30</a:t>
                      </a:r>
                      <a:r>
                        <a:rPr lang="ja-JP" altLang="en-US" sz="1400" b="0">
                          <a:solidFill>
                            <a:schemeClr val="tx1"/>
                          </a:solidFill>
                        </a:rPr>
                        <a:t>歳</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21" name="角丸四角形吹き出し 520">
            <a:extLst>
              <a:ext uri="{FF2B5EF4-FFF2-40B4-BE49-F238E27FC236}">
                <a16:creationId xmlns:a16="http://schemas.microsoft.com/office/drawing/2014/main" id="{8931358D-DF26-0FF7-0932-48C037EE64F7}"/>
              </a:ext>
            </a:extLst>
          </p:cNvPr>
          <p:cNvSpPr/>
          <p:nvPr/>
        </p:nvSpPr>
        <p:spPr>
          <a:xfrm>
            <a:off x="29255116" y="13334453"/>
            <a:ext cx="3235936" cy="563032"/>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ボンカタ第</a:t>
            </a:r>
            <a:r>
              <a:rPr lang="en-US" altLang="ja-JP" sz="1400" dirty="0">
                <a:solidFill>
                  <a:sysClr val="windowText" lastClr="000000"/>
                </a:solidFill>
              </a:rPr>
              <a:t>1</a:t>
            </a:r>
            <a:r>
              <a:rPr lang="ja-JP" altLang="en-US" sz="1400">
                <a:solidFill>
                  <a:sysClr val="windowText" lastClr="000000"/>
                </a:solidFill>
              </a:rPr>
              <a:t>回から聴いてます！</a:t>
            </a:r>
            <a:endParaRPr lang="en-US" altLang="ja-JP" sz="1400" dirty="0">
              <a:solidFill>
                <a:sysClr val="windowText" lastClr="000000"/>
              </a:solidFill>
            </a:endParaRPr>
          </a:p>
          <a:p>
            <a:pPr algn="ctr"/>
            <a:r>
              <a:rPr lang="ja-JP" altLang="en-US" sz="1400">
                <a:solidFill>
                  <a:sysClr val="windowText" lastClr="000000"/>
                </a:solidFill>
              </a:rPr>
              <a:t>和子の会の仲間に入れてください！</a:t>
            </a:r>
          </a:p>
        </p:txBody>
      </p:sp>
      <p:graphicFrame>
        <p:nvGraphicFramePr>
          <p:cNvPr id="522" name="表 24">
            <a:extLst>
              <a:ext uri="{FF2B5EF4-FFF2-40B4-BE49-F238E27FC236}">
                <a16:creationId xmlns:a16="http://schemas.microsoft.com/office/drawing/2014/main" id="{7E888C02-4452-242E-AB38-4F4CA4C85D47}"/>
              </a:ext>
            </a:extLst>
          </p:cNvPr>
          <p:cNvGraphicFramePr>
            <a:graphicFrameLocks noGrp="1"/>
          </p:cNvGraphicFramePr>
          <p:nvPr>
            <p:extLst>
              <p:ext uri="{D42A27DB-BD31-4B8C-83A1-F6EECF244321}">
                <p14:modId xmlns:p14="http://schemas.microsoft.com/office/powerpoint/2010/main" val="1143754978"/>
              </p:ext>
            </p:extLst>
          </p:nvPr>
        </p:nvGraphicFramePr>
        <p:xfrm>
          <a:off x="33177054" y="2323823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L0191</a:t>
                      </a:r>
                    </a:p>
                    <a:p>
                      <a:pPr algn="ctr"/>
                      <a:r>
                        <a:rPr kumimoji="1" lang="ja-JP" altLang="en-US" sz="1400" b="0">
                          <a:solidFill>
                            <a:schemeClr val="tx1"/>
                          </a:solidFill>
                        </a:rPr>
                        <a:t>東京</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200" b="0">
                          <a:solidFill>
                            <a:schemeClr val="tx1"/>
                          </a:solidFill>
                        </a:rPr>
                        <a:t>酉年ののりちー</a:t>
                      </a:r>
                      <a:endParaRPr lang="en-US" altLang="ja-JP" sz="1200" b="0" dirty="0">
                        <a:solidFill>
                          <a:schemeClr val="tx1"/>
                        </a:solidFill>
                      </a:endParaRPr>
                    </a:p>
                    <a:p>
                      <a:pPr algn="ctr"/>
                      <a:r>
                        <a:rPr lang="en-US" altLang="ja-JP" sz="1400" b="0" dirty="0">
                          <a:solidFill>
                            <a:schemeClr val="tx1"/>
                          </a:solidFill>
                        </a:rPr>
                        <a:t>56</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23" name="角丸四角形吹き出し 522">
            <a:extLst>
              <a:ext uri="{FF2B5EF4-FFF2-40B4-BE49-F238E27FC236}">
                <a16:creationId xmlns:a16="http://schemas.microsoft.com/office/drawing/2014/main" id="{FEB9FED5-528F-6924-4DDD-17ABAB72D7FE}"/>
              </a:ext>
            </a:extLst>
          </p:cNvPr>
          <p:cNvSpPr/>
          <p:nvPr/>
        </p:nvSpPr>
        <p:spPr>
          <a:xfrm>
            <a:off x="29255116" y="23084116"/>
            <a:ext cx="3235936" cy="687165"/>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200">
                <a:solidFill>
                  <a:sysClr val="windowText" lastClr="000000"/>
                </a:solidFill>
              </a:rPr>
              <a:t>かずこの会ど真ん中の酉年生まれ。ジムのマッサージチェアで、ボンカタを聴きながらまったりするのが毎週の楽しみです！</a:t>
            </a:r>
          </a:p>
        </p:txBody>
      </p:sp>
      <p:graphicFrame>
        <p:nvGraphicFramePr>
          <p:cNvPr id="524" name="表 24">
            <a:extLst>
              <a:ext uri="{FF2B5EF4-FFF2-40B4-BE49-F238E27FC236}">
                <a16:creationId xmlns:a16="http://schemas.microsoft.com/office/drawing/2014/main" id="{88E280AD-EBEA-52DB-7EC4-950017B011DD}"/>
              </a:ext>
            </a:extLst>
          </p:cNvPr>
          <p:cNvGraphicFramePr>
            <a:graphicFrameLocks noGrp="1"/>
          </p:cNvGraphicFramePr>
          <p:nvPr>
            <p:extLst>
              <p:ext uri="{D42A27DB-BD31-4B8C-83A1-F6EECF244321}">
                <p14:modId xmlns:p14="http://schemas.microsoft.com/office/powerpoint/2010/main" val="2174356661"/>
              </p:ext>
            </p:extLst>
          </p:nvPr>
        </p:nvGraphicFramePr>
        <p:xfrm>
          <a:off x="33187445" y="141124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L0179</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en-US" altLang="ja-JP" sz="1400" b="0" dirty="0" err="1">
                          <a:solidFill>
                            <a:schemeClr val="tx1"/>
                          </a:solidFill>
                        </a:rPr>
                        <a:t>zubat</a:t>
                      </a:r>
                      <a:r>
                        <a:rPr lang="ja-JP" altLang="en-US" sz="1400" b="0">
                          <a:solidFill>
                            <a:schemeClr val="tx1"/>
                          </a:solidFill>
                        </a:rPr>
                        <a:t>山上</a:t>
                      </a:r>
                      <a:endParaRPr lang="en-US" altLang="ja-JP" sz="1400" b="0" dirty="0">
                        <a:solidFill>
                          <a:schemeClr val="tx1"/>
                        </a:solidFill>
                      </a:endParaRPr>
                    </a:p>
                    <a:p>
                      <a:pPr algn="ctr"/>
                      <a:r>
                        <a:rPr lang="en-US" altLang="ja-JP" sz="1400" b="0" dirty="0">
                          <a:solidFill>
                            <a:schemeClr val="tx1"/>
                          </a:solidFill>
                        </a:rPr>
                        <a:t>63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25" name="角丸四角形吹き出し 524">
            <a:extLst>
              <a:ext uri="{FF2B5EF4-FFF2-40B4-BE49-F238E27FC236}">
                <a16:creationId xmlns:a16="http://schemas.microsoft.com/office/drawing/2014/main" id="{5F7C9532-3E91-4834-B946-9A6AAACD878B}"/>
              </a:ext>
            </a:extLst>
          </p:cNvPr>
          <p:cNvSpPr/>
          <p:nvPr/>
        </p:nvSpPr>
        <p:spPr>
          <a:xfrm>
            <a:off x="29285538" y="14083651"/>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俺は動くよ！</a:t>
            </a:r>
          </a:p>
        </p:txBody>
      </p:sp>
      <p:sp>
        <p:nvSpPr>
          <p:cNvPr id="526" name="角丸四角形吹き出し 525">
            <a:extLst>
              <a:ext uri="{FF2B5EF4-FFF2-40B4-BE49-F238E27FC236}">
                <a16:creationId xmlns:a16="http://schemas.microsoft.com/office/drawing/2014/main" id="{ADD72980-29E9-ED74-1113-D03E77F03D8C}"/>
              </a:ext>
            </a:extLst>
          </p:cNvPr>
          <p:cNvSpPr/>
          <p:nvPr/>
        </p:nvSpPr>
        <p:spPr>
          <a:xfrm>
            <a:off x="29265512" y="1484197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お二人の</a:t>
            </a:r>
            <a:r>
              <a:rPr lang="en-US" altLang="ja-JP" sz="1400" dirty="0">
                <a:solidFill>
                  <a:sysClr val="windowText" lastClr="000000"/>
                </a:solidFill>
              </a:rPr>
              <a:t>38</a:t>
            </a:r>
            <a:r>
              <a:rPr lang="ja-JP" altLang="en-US" sz="1400">
                <a:solidFill>
                  <a:sysClr val="windowText" lastClr="000000"/>
                </a:solidFill>
              </a:rPr>
              <a:t>歳の誕生日にフェルトで，顔を作って送った者です。よろしく</a:t>
            </a:r>
          </a:p>
        </p:txBody>
      </p:sp>
      <p:graphicFrame>
        <p:nvGraphicFramePr>
          <p:cNvPr id="527" name="表 24">
            <a:extLst>
              <a:ext uri="{FF2B5EF4-FFF2-40B4-BE49-F238E27FC236}">
                <a16:creationId xmlns:a16="http://schemas.microsoft.com/office/drawing/2014/main" id="{599237BB-D3AB-6B44-3CE5-72C45EB06B20}"/>
              </a:ext>
            </a:extLst>
          </p:cNvPr>
          <p:cNvGraphicFramePr>
            <a:graphicFrameLocks noGrp="1"/>
          </p:cNvGraphicFramePr>
          <p:nvPr>
            <p:extLst>
              <p:ext uri="{D42A27DB-BD31-4B8C-83A1-F6EECF244321}">
                <p14:modId xmlns:p14="http://schemas.microsoft.com/office/powerpoint/2010/main" val="2817600621"/>
              </p:ext>
            </p:extLst>
          </p:nvPr>
        </p:nvGraphicFramePr>
        <p:xfrm>
          <a:off x="33187445" y="1483643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L0180</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100" b="0">
                          <a:solidFill>
                            <a:schemeClr val="tx1"/>
                          </a:solidFill>
                        </a:rPr>
                        <a:t>ミッフィー大好き</a:t>
                      </a:r>
                      <a:endParaRPr lang="en-US" altLang="ja-JP" sz="1100" b="0" dirty="0">
                        <a:solidFill>
                          <a:schemeClr val="tx1"/>
                        </a:solidFill>
                      </a:endParaRPr>
                    </a:p>
                    <a:p>
                      <a:pPr algn="ctr"/>
                      <a:r>
                        <a:rPr lang="en-US" altLang="ja-JP" sz="1400" b="0" dirty="0">
                          <a:solidFill>
                            <a:schemeClr val="tx1"/>
                          </a:solidFill>
                        </a:rPr>
                        <a:t>64</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28" name="角丸四角形吹き出し 527">
            <a:extLst>
              <a:ext uri="{FF2B5EF4-FFF2-40B4-BE49-F238E27FC236}">
                <a16:creationId xmlns:a16="http://schemas.microsoft.com/office/drawing/2014/main" id="{A612217E-7378-0BC8-3118-9E21E2561362}"/>
              </a:ext>
            </a:extLst>
          </p:cNvPr>
          <p:cNvSpPr/>
          <p:nvPr/>
        </p:nvSpPr>
        <p:spPr>
          <a:xfrm>
            <a:off x="29255367" y="15593234"/>
            <a:ext cx="332343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ysClr val="windowText" lastClr="000000"/>
                </a:solidFill>
              </a:rPr>
              <a:t>10</a:t>
            </a:r>
            <a:r>
              <a:rPr lang="ja-JP" altLang="en-US" sz="1400">
                <a:solidFill>
                  <a:sysClr val="windowText" lastClr="000000"/>
                </a:solidFill>
              </a:rPr>
              <a:t>年程前から住んでいますが未だ長野のことはよく知りません</a:t>
            </a:r>
          </a:p>
        </p:txBody>
      </p:sp>
      <p:graphicFrame>
        <p:nvGraphicFramePr>
          <p:cNvPr id="529" name="表 24">
            <a:extLst>
              <a:ext uri="{FF2B5EF4-FFF2-40B4-BE49-F238E27FC236}">
                <a16:creationId xmlns:a16="http://schemas.microsoft.com/office/drawing/2014/main" id="{AB44FBB7-D673-353F-F6A0-622DF4F76BCF}"/>
              </a:ext>
            </a:extLst>
          </p:cNvPr>
          <p:cNvGraphicFramePr>
            <a:graphicFrameLocks noGrp="1"/>
          </p:cNvGraphicFramePr>
          <p:nvPr>
            <p:extLst>
              <p:ext uri="{D42A27DB-BD31-4B8C-83A1-F6EECF244321}">
                <p14:modId xmlns:p14="http://schemas.microsoft.com/office/powerpoint/2010/main" val="3501269935"/>
              </p:ext>
            </p:extLst>
          </p:nvPr>
        </p:nvGraphicFramePr>
        <p:xfrm>
          <a:off x="33186180" y="15621313"/>
          <a:ext cx="1830909" cy="518160"/>
        </p:xfrm>
        <a:graphic>
          <a:graphicData uri="http://schemas.openxmlformats.org/drawingml/2006/table">
            <a:tbl>
              <a:tblPr firstRow="1" bandRow="1">
                <a:tableStyleId>{5C22544A-7EE6-4342-B048-85BDC9FD1C3A}</a:tableStyleId>
              </a:tblPr>
              <a:tblGrid>
                <a:gridCol w="657053">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L0181</a:t>
                      </a:r>
                    </a:p>
                    <a:p>
                      <a:pPr algn="ctr"/>
                      <a:r>
                        <a:rPr kumimoji="1" lang="ja-JP" altLang="en-US" sz="1400" b="0">
                          <a:solidFill>
                            <a:schemeClr val="bg1"/>
                          </a:solidFill>
                        </a:rPr>
                        <a:t>長野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なっつごん</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530" name="表 24">
            <a:extLst>
              <a:ext uri="{FF2B5EF4-FFF2-40B4-BE49-F238E27FC236}">
                <a16:creationId xmlns:a16="http://schemas.microsoft.com/office/drawing/2014/main" id="{DDDD15C6-C126-A061-9640-63C190A2E36D}"/>
              </a:ext>
            </a:extLst>
          </p:cNvPr>
          <p:cNvGraphicFramePr>
            <a:graphicFrameLocks noGrp="1"/>
          </p:cNvGraphicFramePr>
          <p:nvPr>
            <p:extLst>
              <p:ext uri="{D42A27DB-BD31-4B8C-83A1-F6EECF244321}">
                <p14:modId xmlns:p14="http://schemas.microsoft.com/office/powerpoint/2010/main" val="1429187939"/>
              </p:ext>
            </p:extLst>
          </p:nvPr>
        </p:nvGraphicFramePr>
        <p:xfrm>
          <a:off x="33187444" y="16367034"/>
          <a:ext cx="2013441" cy="518160"/>
        </p:xfrm>
        <a:graphic>
          <a:graphicData uri="http://schemas.openxmlformats.org/drawingml/2006/table">
            <a:tbl>
              <a:tblPr firstRow="1" bandRow="1">
                <a:tableStyleId>{5C22544A-7EE6-4342-B048-85BDC9FD1C3A}</a:tableStyleId>
              </a:tblPr>
              <a:tblGrid>
                <a:gridCol w="722557">
                  <a:extLst>
                    <a:ext uri="{9D8B030D-6E8A-4147-A177-3AD203B41FA5}">
                      <a16:colId xmlns:a16="http://schemas.microsoft.com/office/drawing/2014/main" val="291495438"/>
                    </a:ext>
                  </a:extLst>
                </a:gridCol>
                <a:gridCol w="129088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L0182</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400" b="0">
                          <a:solidFill>
                            <a:schemeClr val="tx1"/>
                          </a:solidFill>
                        </a:rPr>
                        <a:t>あやとりママ</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31" name="角丸四角形吹き出し 530">
            <a:extLst>
              <a:ext uri="{FF2B5EF4-FFF2-40B4-BE49-F238E27FC236}">
                <a16:creationId xmlns:a16="http://schemas.microsoft.com/office/drawing/2014/main" id="{19A2A058-2CCA-0FD0-E13B-3301C6F26BD3}"/>
              </a:ext>
            </a:extLst>
          </p:cNvPr>
          <p:cNvSpPr/>
          <p:nvPr/>
        </p:nvSpPr>
        <p:spPr>
          <a:xfrm>
            <a:off x="29285538" y="16338193"/>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初めての推し活です！よろしく</a:t>
            </a:r>
            <a:endParaRPr lang="en-US" altLang="ja-JP" sz="1400" dirty="0">
              <a:solidFill>
                <a:sysClr val="windowText" lastClr="000000"/>
              </a:solidFill>
            </a:endParaRPr>
          </a:p>
          <a:p>
            <a:pPr algn="ctr"/>
            <a:r>
              <a:rPr lang="ja-JP" altLang="en-US" sz="1400">
                <a:solidFill>
                  <a:sysClr val="windowText" lastClr="000000"/>
                </a:solidFill>
              </a:rPr>
              <a:t>お願い申し上げます♡</a:t>
            </a:r>
          </a:p>
        </p:txBody>
      </p:sp>
      <p:sp>
        <p:nvSpPr>
          <p:cNvPr id="532" name="角丸四角形吹き出し 531">
            <a:extLst>
              <a:ext uri="{FF2B5EF4-FFF2-40B4-BE49-F238E27FC236}">
                <a16:creationId xmlns:a16="http://schemas.microsoft.com/office/drawing/2014/main" id="{40FA07B7-9A57-1D4B-93FF-7E9036CDF434}"/>
              </a:ext>
            </a:extLst>
          </p:cNvPr>
          <p:cNvSpPr/>
          <p:nvPr/>
        </p:nvSpPr>
        <p:spPr>
          <a:xfrm>
            <a:off x="29255367" y="17064434"/>
            <a:ext cx="332343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ボンカタ初回から聴いています。</a:t>
            </a:r>
            <a:endParaRPr lang="en-US" altLang="ja-JP" sz="1400" dirty="0">
              <a:solidFill>
                <a:sysClr val="windowText" lastClr="000000"/>
              </a:solidFill>
            </a:endParaRPr>
          </a:p>
          <a:p>
            <a:pPr algn="ctr"/>
            <a:r>
              <a:rPr lang="ja-JP" altLang="en-US" sz="1400">
                <a:solidFill>
                  <a:sysClr val="windowText" lastClr="000000"/>
                </a:solidFill>
              </a:rPr>
              <a:t>よろしくおねがいします！</a:t>
            </a:r>
          </a:p>
        </p:txBody>
      </p:sp>
      <p:graphicFrame>
        <p:nvGraphicFramePr>
          <p:cNvPr id="533" name="表 24">
            <a:extLst>
              <a:ext uri="{FF2B5EF4-FFF2-40B4-BE49-F238E27FC236}">
                <a16:creationId xmlns:a16="http://schemas.microsoft.com/office/drawing/2014/main" id="{4B37049C-5A00-4013-AE57-4432ED6F2C13}"/>
              </a:ext>
            </a:extLst>
          </p:cNvPr>
          <p:cNvGraphicFramePr>
            <a:graphicFrameLocks noGrp="1"/>
          </p:cNvGraphicFramePr>
          <p:nvPr>
            <p:extLst>
              <p:ext uri="{D42A27DB-BD31-4B8C-83A1-F6EECF244321}">
                <p14:modId xmlns:p14="http://schemas.microsoft.com/office/powerpoint/2010/main" val="1282008533"/>
              </p:ext>
            </p:extLst>
          </p:nvPr>
        </p:nvGraphicFramePr>
        <p:xfrm>
          <a:off x="33186180" y="17092513"/>
          <a:ext cx="1830909" cy="518160"/>
        </p:xfrm>
        <a:graphic>
          <a:graphicData uri="http://schemas.openxmlformats.org/drawingml/2006/table">
            <a:tbl>
              <a:tblPr firstRow="1" bandRow="1">
                <a:tableStyleId>{5C22544A-7EE6-4342-B048-85BDC9FD1C3A}</a:tableStyleId>
              </a:tblPr>
              <a:tblGrid>
                <a:gridCol w="657053">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L0183</a:t>
                      </a:r>
                    </a:p>
                    <a:p>
                      <a:pPr algn="ctr"/>
                      <a:r>
                        <a:rPr kumimoji="1" lang="ja-JP" altLang="en-US" sz="1400" b="0">
                          <a:solidFill>
                            <a:schemeClr val="bg1"/>
                          </a:solidFill>
                        </a:rPr>
                        <a:t>岐阜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みゆ</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34" name="角丸四角形吹き出し 533">
            <a:extLst>
              <a:ext uri="{FF2B5EF4-FFF2-40B4-BE49-F238E27FC236}">
                <a16:creationId xmlns:a16="http://schemas.microsoft.com/office/drawing/2014/main" id="{2A927434-E8C9-BDF5-80F3-0C0303F0FB93}"/>
              </a:ext>
            </a:extLst>
          </p:cNvPr>
          <p:cNvSpPr/>
          <p:nvPr/>
        </p:nvSpPr>
        <p:spPr>
          <a:xfrm>
            <a:off x="29265512" y="17824914"/>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ミルクボーイの漫才はもちろん、</a:t>
            </a:r>
            <a:endParaRPr lang="en-US" altLang="ja-JP" sz="1400" dirty="0">
              <a:solidFill>
                <a:sysClr val="windowText" lastClr="000000"/>
              </a:solidFill>
            </a:endParaRPr>
          </a:p>
          <a:p>
            <a:pPr algn="ctr"/>
            <a:r>
              <a:rPr lang="ja-JP" altLang="en-US" sz="1400">
                <a:solidFill>
                  <a:sysClr val="windowText" lastClr="000000"/>
                </a:solidFill>
              </a:rPr>
              <a:t>お二人のお人柄が大好きです。</a:t>
            </a:r>
          </a:p>
        </p:txBody>
      </p:sp>
      <p:graphicFrame>
        <p:nvGraphicFramePr>
          <p:cNvPr id="535" name="表 24">
            <a:extLst>
              <a:ext uri="{FF2B5EF4-FFF2-40B4-BE49-F238E27FC236}">
                <a16:creationId xmlns:a16="http://schemas.microsoft.com/office/drawing/2014/main" id="{CCBDD959-8371-27DE-7827-E26287463E59}"/>
              </a:ext>
            </a:extLst>
          </p:cNvPr>
          <p:cNvGraphicFramePr>
            <a:graphicFrameLocks noGrp="1"/>
          </p:cNvGraphicFramePr>
          <p:nvPr>
            <p:extLst>
              <p:ext uri="{D42A27DB-BD31-4B8C-83A1-F6EECF244321}">
                <p14:modId xmlns:p14="http://schemas.microsoft.com/office/powerpoint/2010/main" val="2271416118"/>
              </p:ext>
            </p:extLst>
          </p:nvPr>
        </p:nvGraphicFramePr>
        <p:xfrm>
          <a:off x="33187445" y="17820234"/>
          <a:ext cx="1830908" cy="518160"/>
        </p:xfrm>
        <a:graphic>
          <a:graphicData uri="http://schemas.openxmlformats.org/drawingml/2006/table">
            <a:tbl>
              <a:tblPr firstRow="1" bandRow="1">
                <a:tableStyleId>{5C22544A-7EE6-4342-B048-85BDC9FD1C3A}</a:tableStyleId>
              </a:tblPr>
              <a:tblGrid>
                <a:gridCol w="657434">
                  <a:extLst>
                    <a:ext uri="{9D8B030D-6E8A-4147-A177-3AD203B41FA5}">
                      <a16:colId xmlns:a16="http://schemas.microsoft.com/office/drawing/2014/main" val="291495438"/>
                    </a:ext>
                  </a:extLst>
                </a:gridCol>
                <a:gridCol w="117347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L0184</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くろこっぺ</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536" name="表 24">
            <a:extLst>
              <a:ext uri="{FF2B5EF4-FFF2-40B4-BE49-F238E27FC236}">
                <a16:creationId xmlns:a16="http://schemas.microsoft.com/office/drawing/2014/main" id="{9BD79C66-6EB8-A497-AAF8-2493211E9D47}"/>
              </a:ext>
            </a:extLst>
          </p:cNvPr>
          <p:cNvGraphicFramePr>
            <a:graphicFrameLocks noGrp="1"/>
          </p:cNvGraphicFramePr>
          <p:nvPr>
            <p:extLst>
              <p:ext uri="{D42A27DB-BD31-4B8C-83A1-F6EECF244321}">
                <p14:modId xmlns:p14="http://schemas.microsoft.com/office/powerpoint/2010/main" val="179274243"/>
              </p:ext>
            </p:extLst>
          </p:nvPr>
        </p:nvGraphicFramePr>
        <p:xfrm>
          <a:off x="33202286" y="1855626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L0185</a:t>
                      </a:r>
                    </a:p>
                    <a:p>
                      <a:pPr algn="ctr"/>
                      <a:r>
                        <a:rPr kumimoji="1" lang="ja-JP" altLang="en-US" sz="1400" b="0">
                          <a:solidFill>
                            <a:schemeClr val="tx1"/>
                          </a:solidFill>
                        </a:rPr>
                        <a:t>徳島</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69A"/>
                    </a:solidFill>
                  </a:tcPr>
                </a:tc>
                <a:tc>
                  <a:txBody>
                    <a:bodyPr/>
                    <a:lstStyle/>
                    <a:p>
                      <a:pPr algn="ctr"/>
                      <a:r>
                        <a:rPr lang="ja-JP" altLang="en-US" sz="1400" b="0">
                          <a:solidFill>
                            <a:schemeClr val="tx1"/>
                          </a:solidFill>
                        </a:rPr>
                        <a:t>けいこ</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37" name="角丸四角形吹き出し 536">
            <a:extLst>
              <a:ext uri="{FF2B5EF4-FFF2-40B4-BE49-F238E27FC236}">
                <a16:creationId xmlns:a16="http://schemas.microsoft.com/office/drawing/2014/main" id="{D261033A-EB52-EDCD-29BB-1FDF74EEFDE0}"/>
              </a:ext>
            </a:extLst>
          </p:cNvPr>
          <p:cNvSpPr/>
          <p:nvPr/>
        </p:nvSpPr>
        <p:spPr>
          <a:xfrm>
            <a:off x="29264936" y="18501892"/>
            <a:ext cx="3364190" cy="663483"/>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100">
                <a:solidFill>
                  <a:sysClr val="windowText" lastClr="000000"/>
                </a:solidFill>
              </a:rPr>
              <a:t>最近ボンカタにどハマリし、かずこの会誕生に感動しました。出会えた際には声かけしますので宜しくお願いいたします</a:t>
            </a:r>
            <a:r>
              <a:rPr lang="en-US" altLang="ja-JP" sz="1100" dirty="0">
                <a:solidFill>
                  <a:sysClr val="windowText" lastClr="000000"/>
                </a:solidFill>
              </a:rPr>
              <a:t>m(_ _)m</a:t>
            </a:r>
          </a:p>
        </p:txBody>
      </p:sp>
      <p:sp>
        <p:nvSpPr>
          <p:cNvPr id="538" name="角丸四角形吹き出し 537">
            <a:extLst>
              <a:ext uri="{FF2B5EF4-FFF2-40B4-BE49-F238E27FC236}">
                <a16:creationId xmlns:a16="http://schemas.microsoft.com/office/drawing/2014/main" id="{58FB7B18-1AF1-1F3D-9475-0B6E8AC605D1}"/>
              </a:ext>
            </a:extLst>
          </p:cNvPr>
          <p:cNvSpPr/>
          <p:nvPr/>
        </p:nvSpPr>
        <p:spPr>
          <a:xfrm>
            <a:off x="29255367" y="19317124"/>
            <a:ext cx="332343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ysClr val="windowText" lastClr="000000"/>
                </a:solidFill>
              </a:rPr>
              <a:t>いろいろな会場で赤バンダナをお見かけして嬉しく思っていました。よろしくお願いします。</a:t>
            </a:r>
          </a:p>
        </p:txBody>
      </p:sp>
      <p:graphicFrame>
        <p:nvGraphicFramePr>
          <p:cNvPr id="539" name="表 24">
            <a:extLst>
              <a:ext uri="{FF2B5EF4-FFF2-40B4-BE49-F238E27FC236}">
                <a16:creationId xmlns:a16="http://schemas.microsoft.com/office/drawing/2014/main" id="{43830FB2-E4A8-A7DF-40DD-B6398C2138BC}"/>
              </a:ext>
            </a:extLst>
          </p:cNvPr>
          <p:cNvGraphicFramePr>
            <a:graphicFrameLocks noGrp="1"/>
          </p:cNvGraphicFramePr>
          <p:nvPr>
            <p:extLst>
              <p:ext uri="{D42A27DB-BD31-4B8C-83A1-F6EECF244321}">
                <p14:modId xmlns:p14="http://schemas.microsoft.com/office/powerpoint/2010/main" val="1441408379"/>
              </p:ext>
            </p:extLst>
          </p:nvPr>
        </p:nvGraphicFramePr>
        <p:xfrm>
          <a:off x="33186180" y="19345203"/>
          <a:ext cx="1830909" cy="518160"/>
        </p:xfrm>
        <a:graphic>
          <a:graphicData uri="http://schemas.openxmlformats.org/drawingml/2006/table">
            <a:tbl>
              <a:tblPr firstRow="1" bandRow="1">
                <a:tableStyleId>{5C22544A-7EE6-4342-B048-85BDC9FD1C3A}</a:tableStyleId>
              </a:tblPr>
              <a:tblGrid>
                <a:gridCol w="657053">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L0186</a:t>
                      </a:r>
                    </a:p>
                    <a:p>
                      <a:pPr algn="ctr"/>
                      <a:r>
                        <a:rPr kumimoji="1" lang="ja-JP" altLang="en-US" sz="1400" b="0">
                          <a:solidFill>
                            <a:schemeClr val="bg1"/>
                          </a:solidFill>
                        </a:rPr>
                        <a:t>愛知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りこママ</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0" name="角丸四角形吹き出し 539">
            <a:extLst>
              <a:ext uri="{FF2B5EF4-FFF2-40B4-BE49-F238E27FC236}">
                <a16:creationId xmlns:a16="http://schemas.microsoft.com/office/drawing/2014/main" id="{7653E184-5C0F-7512-1FD8-77FC60F05C93}"/>
              </a:ext>
            </a:extLst>
          </p:cNvPr>
          <p:cNvSpPr/>
          <p:nvPr/>
        </p:nvSpPr>
        <p:spPr>
          <a:xfrm>
            <a:off x="29265512" y="20091146"/>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050">
                <a:solidFill>
                  <a:sysClr val="windowText" lastClr="000000"/>
                </a:solidFill>
              </a:rPr>
              <a:t>金属ファンから来ました。煩塊歴は浅いですがどんどんミルクボーイ、かずこの会様の魅力にハマっていっております。よろしくお願いします。</a:t>
            </a:r>
          </a:p>
        </p:txBody>
      </p:sp>
      <p:graphicFrame>
        <p:nvGraphicFramePr>
          <p:cNvPr id="541" name="表 24">
            <a:extLst>
              <a:ext uri="{FF2B5EF4-FFF2-40B4-BE49-F238E27FC236}">
                <a16:creationId xmlns:a16="http://schemas.microsoft.com/office/drawing/2014/main" id="{F1289831-C33F-580C-FD9A-D26F176E430C}"/>
              </a:ext>
            </a:extLst>
          </p:cNvPr>
          <p:cNvGraphicFramePr>
            <a:graphicFrameLocks noGrp="1"/>
          </p:cNvGraphicFramePr>
          <p:nvPr>
            <p:extLst>
              <p:ext uri="{D42A27DB-BD31-4B8C-83A1-F6EECF244321}">
                <p14:modId xmlns:p14="http://schemas.microsoft.com/office/powerpoint/2010/main" val="3140281298"/>
              </p:ext>
            </p:extLst>
          </p:nvPr>
        </p:nvGraphicFramePr>
        <p:xfrm>
          <a:off x="33187445" y="20086466"/>
          <a:ext cx="1830908" cy="518160"/>
        </p:xfrm>
        <a:graphic>
          <a:graphicData uri="http://schemas.openxmlformats.org/drawingml/2006/table">
            <a:tbl>
              <a:tblPr firstRow="1" bandRow="1">
                <a:tableStyleId>{5C22544A-7EE6-4342-B048-85BDC9FD1C3A}</a:tableStyleId>
              </a:tblPr>
              <a:tblGrid>
                <a:gridCol w="657434">
                  <a:extLst>
                    <a:ext uri="{9D8B030D-6E8A-4147-A177-3AD203B41FA5}">
                      <a16:colId xmlns:a16="http://schemas.microsoft.com/office/drawing/2014/main" val="291495438"/>
                    </a:ext>
                  </a:extLst>
                </a:gridCol>
                <a:gridCol w="117347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L0187</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223979" rtl="0" eaLnBrk="1" fontAlgn="auto" latinLnBrk="0" hangingPunct="1">
                        <a:lnSpc>
                          <a:spcPct val="100000"/>
                        </a:lnSpc>
                        <a:spcBef>
                          <a:spcPts val="0"/>
                        </a:spcBef>
                        <a:spcAft>
                          <a:spcPts val="0"/>
                        </a:spcAft>
                        <a:buClrTx/>
                        <a:buSzTx/>
                        <a:buFontTx/>
                        <a:buNone/>
                        <a:tabLst/>
                        <a:defRPr/>
                      </a:pPr>
                      <a:r>
                        <a:rPr lang="hr-HR" altLang="ja-JP" sz="1400" dirty="0" err="1">
                          <a:solidFill>
                            <a:schemeClr val="tx1"/>
                          </a:solidFill>
                          <a:effectLst/>
                        </a:rPr>
                        <a:t>a.y.y.y.a</a:t>
                      </a:r>
                      <a:endParaRPr lang="en-US" altLang="ja-JP" sz="1400" b="0" dirty="0">
                        <a:solidFill>
                          <a:schemeClr val="tx1"/>
                        </a:solidFill>
                      </a:endParaRP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2" name="角丸四角形吹き出し 541">
            <a:extLst>
              <a:ext uri="{FF2B5EF4-FFF2-40B4-BE49-F238E27FC236}">
                <a16:creationId xmlns:a16="http://schemas.microsoft.com/office/drawing/2014/main" id="{AD5CDB96-2FFC-B480-D386-D700FCEFF14E}"/>
              </a:ext>
            </a:extLst>
          </p:cNvPr>
          <p:cNvSpPr/>
          <p:nvPr/>
        </p:nvSpPr>
        <p:spPr>
          <a:xfrm>
            <a:off x="29210865" y="20781926"/>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相撲、ラジオ、お笑い、高校野球、</a:t>
            </a:r>
            <a:endParaRPr lang="en-US" altLang="ja-JP" sz="1400" dirty="0">
              <a:solidFill>
                <a:sysClr val="windowText" lastClr="000000"/>
              </a:solidFill>
            </a:endParaRPr>
          </a:p>
          <a:p>
            <a:pPr algn="ctr"/>
            <a:r>
              <a:rPr lang="ja-JP" altLang="en-US" sz="1400">
                <a:solidFill>
                  <a:sysClr val="windowText" lastClr="000000"/>
                </a:solidFill>
              </a:rPr>
              <a:t>競馬（賭けない）が好きです</a:t>
            </a:r>
          </a:p>
        </p:txBody>
      </p:sp>
      <p:graphicFrame>
        <p:nvGraphicFramePr>
          <p:cNvPr id="543" name="表 24">
            <a:extLst>
              <a:ext uri="{FF2B5EF4-FFF2-40B4-BE49-F238E27FC236}">
                <a16:creationId xmlns:a16="http://schemas.microsoft.com/office/drawing/2014/main" id="{E9342647-E98C-7180-3886-C7B4AEF9C05E}"/>
              </a:ext>
            </a:extLst>
          </p:cNvPr>
          <p:cNvGraphicFramePr>
            <a:graphicFrameLocks noGrp="1"/>
          </p:cNvGraphicFramePr>
          <p:nvPr>
            <p:extLst>
              <p:ext uri="{D42A27DB-BD31-4B8C-83A1-F6EECF244321}">
                <p14:modId xmlns:p14="http://schemas.microsoft.com/office/powerpoint/2010/main" val="117955506"/>
              </p:ext>
            </p:extLst>
          </p:nvPr>
        </p:nvGraphicFramePr>
        <p:xfrm>
          <a:off x="33202657" y="20820016"/>
          <a:ext cx="1998228" cy="486695"/>
        </p:xfrm>
        <a:graphic>
          <a:graphicData uri="http://schemas.openxmlformats.org/drawingml/2006/table">
            <a:tbl>
              <a:tblPr firstRow="1" bandRow="1">
                <a:tableStyleId>{5C22544A-7EE6-4342-B048-85BDC9FD1C3A}</a:tableStyleId>
              </a:tblPr>
              <a:tblGrid>
                <a:gridCol w="727355">
                  <a:extLst>
                    <a:ext uri="{9D8B030D-6E8A-4147-A177-3AD203B41FA5}">
                      <a16:colId xmlns:a16="http://schemas.microsoft.com/office/drawing/2014/main" val="291495438"/>
                    </a:ext>
                  </a:extLst>
                </a:gridCol>
                <a:gridCol w="1270873">
                  <a:extLst>
                    <a:ext uri="{9D8B030D-6E8A-4147-A177-3AD203B41FA5}">
                      <a16:colId xmlns:a16="http://schemas.microsoft.com/office/drawing/2014/main" val="1614509074"/>
                    </a:ext>
                  </a:extLst>
                </a:gridCol>
              </a:tblGrid>
              <a:tr h="486695">
                <a:tc>
                  <a:txBody>
                    <a:bodyPr/>
                    <a:lstStyle/>
                    <a:p>
                      <a:pPr algn="ctr"/>
                      <a:r>
                        <a:rPr kumimoji="1" lang="en-US" altLang="ja-JP" sz="1200" b="0" dirty="0">
                          <a:solidFill>
                            <a:schemeClr val="bg1"/>
                          </a:solidFill>
                        </a:rPr>
                        <a:t>L0188</a:t>
                      </a:r>
                    </a:p>
                    <a:p>
                      <a:pPr algn="ctr"/>
                      <a:r>
                        <a:rPr kumimoji="1" lang="ja-JP" altLang="en-US" sz="1200" b="0">
                          <a:solidFill>
                            <a:schemeClr val="bg1"/>
                          </a:solidFill>
                        </a:rPr>
                        <a:t>広島</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5A11"/>
                    </a:solidFill>
                  </a:tcPr>
                </a:tc>
                <a:tc>
                  <a:txBody>
                    <a:bodyPr/>
                    <a:lstStyle/>
                    <a:p>
                      <a:pPr algn="ctr"/>
                      <a:r>
                        <a:rPr lang="ja-JP" altLang="en-US" sz="1200" b="0">
                          <a:solidFill>
                            <a:schemeClr val="tx1"/>
                          </a:solidFill>
                        </a:rPr>
                        <a:t>けんいちろう</a:t>
                      </a:r>
                      <a:r>
                        <a:rPr lang="en-US" altLang="ja-JP" sz="1200" b="0" dirty="0">
                          <a:solidFill>
                            <a:schemeClr val="tx1"/>
                          </a:solidFill>
                        </a:rPr>
                        <a:t>53</a:t>
                      </a:r>
                      <a:r>
                        <a:rPr lang="ja-JP" altLang="en-US" sz="1200" b="0">
                          <a:solidFill>
                            <a:schemeClr val="tx1"/>
                          </a:solidFill>
                        </a:rPr>
                        <a:t>才</a:t>
                      </a:r>
                      <a:endParaRPr lang="en-US" altLang="ja-JP" sz="1200" b="0" dirty="0">
                        <a:solidFill>
                          <a:schemeClr val="tx1"/>
                        </a:solidFill>
                      </a:endParaRPr>
                    </a:p>
                    <a:p>
                      <a:pPr algn="ctr"/>
                      <a:r>
                        <a:rPr lang="en-US" altLang="ja-JP" sz="1200" b="0" dirty="0">
                          <a:solidFill>
                            <a:schemeClr val="tx1"/>
                          </a:solidFill>
                        </a:rPr>
                        <a:t>56</a:t>
                      </a:r>
                      <a:r>
                        <a:rPr lang="ja-JP" altLang="en-US" sz="1200" b="0">
                          <a:solidFill>
                            <a:schemeClr val="tx1"/>
                          </a:solidFill>
                        </a:rPr>
                        <a:t>歳</a:t>
                      </a:r>
                      <a:endParaRPr lang="en-US" altLang="ja-JP" sz="12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4" name="角丸四角形吹き出し 543">
            <a:extLst>
              <a:ext uri="{FF2B5EF4-FFF2-40B4-BE49-F238E27FC236}">
                <a16:creationId xmlns:a16="http://schemas.microsoft.com/office/drawing/2014/main" id="{4DFE6F9F-1204-B7A8-62A6-58AAD564BE56}"/>
              </a:ext>
            </a:extLst>
          </p:cNvPr>
          <p:cNvSpPr/>
          <p:nvPr/>
        </p:nvSpPr>
        <p:spPr>
          <a:xfrm>
            <a:off x="29265512" y="2152601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ボンカタ、ミルかよ大好きです！</a:t>
            </a:r>
            <a:endParaRPr lang="en-US" altLang="ja-JP" sz="1400" dirty="0">
              <a:solidFill>
                <a:sysClr val="windowText" lastClr="000000"/>
              </a:solidFill>
            </a:endParaRPr>
          </a:p>
          <a:p>
            <a:pPr algn="ctr"/>
            <a:r>
              <a:rPr lang="ja-JP" altLang="en-US" sz="1400">
                <a:solidFill>
                  <a:sysClr val="windowText" lastClr="000000"/>
                </a:solidFill>
              </a:rPr>
              <a:t>仲間に入れてください</a:t>
            </a:r>
            <a:r>
              <a:rPr lang="en-US" altLang="ja-JP" sz="1400" dirty="0">
                <a:solidFill>
                  <a:sysClr val="windowText" lastClr="000000"/>
                </a:solidFill>
              </a:rPr>
              <a:t>(´∀</a:t>
            </a:r>
            <a:r>
              <a:rPr lang="ja-JP" altLang="en-US" sz="1400">
                <a:solidFill>
                  <a:sysClr val="windowText" lastClr="000000"/>
                </a:solidFill>
              </a:rPr>
              <a:t>｀*</a:t>
            </a:r>
            <a:r>
              <a:rPr lang="en-US" altLang="ja-JP" sz="1400" dirty="0">
                <a:solidFill>
                  <a:sysClr val="windowText" lastClr="000000"/>
                </a:solidFill>
              </a:rPr>
              <a:t>)</a:t>
            </a:r>
          </a:p>
        </p:txBody>
      </p:sp>
      <p:graphicFrame>
        <p:nvGraphicFramePr>
          <p:cNvPr id="545" name="表 24">
            <a:extLst>
              <a:ext uri="{FF2B5EF4-FFF2-40B4-BE49-F238E27FC236}">
                <a16:creationId xmlns:a16="http://schemas.microsoft.com/office/drawing/2014/main" id="{3477ED0F-825F-AC0B-D53C-69C10DF10AC1}"/>
              </a:ext>
            </a:extLst>
          </p:cNvPr>
          <p:cNvGraphicFramePr>
            <a:graphicFrameLocks noGrp="1"/>
          </p:cNvGraphicFramePr>
          <p:nvPr>
            <p:extLst>
              <p:ext uri="{D42A27DB-BD31-4B8C-83A1-F6EECF244321}">
                <p14:modId xmlns:p14="http://schemas.microsoft.com/office/powerpoint/2010/main" val="924938330"/>
              </p:ext>
            </p:extLst>
          </p:nvPr>
        </p:nvGraphicFramePr>
        <p:xfrm>
          <a:off x="33187445" y="2152047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L0189</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ひーこ</a:t>
                      </a:r>
                      <a:endParaRPr lang="en-US" altLang="ja-JP" sz="1400" b="0" dirty="0">
                        <a:solidFill>
                          <a:schemeClr val="tx1"/>
                        </a:solidFill>
                      </a:endParaRPr>
                    </a:p>
                    <a:p>
                      <a:pPr algn="ctr"/>
                      <a:r>
                        <a:rPr lang="en-US" altLang="ja-JP" sz="1400" b="0" dirty="0">
                          <a:solidFill>
                            <a:schemeClr val="tx1"/>
                          </a:solidFill>
                        </a:rPr>
                        <a:t>41</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6" name="角丸四角形吹き出し 545">
            <a:extLst>
              <a:ext uri="{FF2B5EF4-FFF2-40B4-BE49-F238E27FC236}">
                <a16:creationId xmlns:a16="http://schemas.microsoft.com/office/drawing/2014/main" id="{0665BBBF-33E7-7CBE-EF9B-58477D4356C1}"/>
              </a:ext>
            </a:extLst>
          </p:cNvPr>
          <p:cNvSpPr/>
          <p:nvPr/>
        </p:nvSpPr>
        <p:spPr>
          <a:xfrm>
            <a:off x="29265512" y="22284398"/>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陰ながらいつも見させていただいて</a:t>
            </a:r>
            <a:endParaRPr lang="en-US" altLang="ja-JP" sz="1400" dirty="0">
              <a:solidFill>
                <a:sysClr val="windowText" lastClr="000000"/>
              </a:solidFill>
            </a:endParaRPr>
          </a:p>
          <a:p>
            <a:pPr algn="ctr"/>
            <a:r>
              <a:rPr lang="ja-JP" altLang="en-US" sz="1400">
                <a:solidFill>
                  <a:sysClr val="windowText" lastClr="000000"/>
                </a:solidFill>
              </a:rPr>
              <a:t>ます。ミルクボーイがだいすき！</a:t>
            </a:r>
          </a:p>
        </p:txBody>
      </p:sp>
      <p:graphicFrame>
        <p:nvGraphicFramePr>
          <p:cNvPr id="547" name="表 24">
            <a:extLst>
              <a:ext uri="{FF2B5EF4-FFF2-40B4-BE49-F238E27FC236}">
                <a16:creationId xmlns:a16="http://schemas.microsoft.com/office/drawing/2014/main" id="{D57D54F1-148B-BC64-A887-BE70DA7E0575}"/>
              </a:ext>
            </a:extLst>
          </p:cNvPr>
          <p:cNvGraphicFramePr>
            <a:graphicFrameLocks noGrp="1"/>
          </p:cNvGraphicFramePr>
          <p:nvPr>
            <p:extLst>
              <p:ext uri="{D42A27DB-BD31-4B8C-83A1-F6EECF244321}">
                <p14:modId xmlns:p14="http://schemas.microsoft.com/office/powerpoint/2010/main" val="1085539119"/>
              </p:ext>
            </p:extLst>
          </p:nvPr>
        </p:nvGraphicFramePr>
        <p:xfrm>
          <a:off x="33187445" y="22279718"/>
          <a:ext cx="1830908" cy="731520"/>
        </p:xfrm>
        <a:graphic>
          <a:graphicData uri="http://schemas.openxmlformats.org/drawingml/2006/table">
            <a:tbl>
              <a:tblPr firstRow="1" bandRow="1">
                <a:tableStyleId>{5C22544A-7EE6-4342-B048-85BDC9FD1C3A}</a:tableStyleId>
              </a:tblPr>
              <a:tblGrid>
                <a:gridCol w="657434">
                  <a:extLst>
                    <a:ext uri="{9D8B030D-6E8A-4147-A177-3AD203B41FA5}">
                      <a16:colId xmlns:a16="http://schemas.microsoft.com/office/drawing/2014/main" val="291495438"/>
                    </a:ext>
                  </a:extLst>
                </a:gridCol>
                <a:gridCol w="117347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L0190</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223979"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ネガティブな頑張り屋さん</a:t>
                      </a:r>
                      <a:endParaRPr lang="en-US" altLang="ja-JP" sz="1400" b="0" dirty="0">
                        <a:solidFill>
                          <a:schemeClr val="tx1"/>
                        </a:solidFill>
                      </a:endParaRPr>
                    </a:p>
                    <a:p>
                      <a:pPr algn="ctr"/>
                      <a:r>
                        <a:rPr lang="en-US" altLang="ja-JP" sz="1400" b="0" dirty="0">
                          <a:solidFill>
                            <a:schemeClr val="tx1"/>
                          </a:solidFill>
                        </a:rPr>
                        <a:t>31</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548" name="表 24">
            <a:extLst>
              <a:ext uri="{FF2B5EF4-FFF2-40B4-BE49-F238E27FC236}">
                <a16:creationId xmlns:a16="http://schemas.microsoft.com/office/drawing/2014/main" id="{86AEED05-145D-4EA8-944E-E2CCD9C09982}"/>
              </a:ext>
            </a:extLst>
          </p:cNvPr>
          <p:cNvGraphicFramePr>
            <a:graphicFrameLocks noGrp="1"/>
          </p:cNvGraphicFramePr>
          <p:nvPr>
            <p:extLst>
              <p:ext uri="{D42A27DB-BD31-4B8C-83A1-F6EECF244321}">
                <p14:modId xmlns:p14="http://schemas.microsoft.com/office/powerpoint/2010/main" val="21621778"/>
              </p:ext>
            </p:extLst>
          </p:nvPr>
        </p:nvGraphicFramePr>
        <p:xfrm>
          <a:off x="33187444" y="24008340"/>
          <a:ext cx="2013441" cy="518160"/>
        </p:xfrm>
        <a:graphic>
          <a:graphicData uri="http://schemas.openxmlformats.org/drawingml/2006/table">
            <a:tbl>
              <a:tblPr firstRow="1" bandRow="1">
                <a:tableStyleId>{5C22544A-7EE6-4342-B048-85BDC9FD1C3A}</a:tableStyleId>
              </a:tblPr>
              <a:tblGrid>
                <a:gridCol w="722557">
                  <a:extLst>
                    <a:ext uri="{9D8B030D-6E8A-4147-A177-3AD203B41FA5}">
                      <a16:colId xmlns:a16="http://schemas.microsoft.com/office/drawing/2014/main" val="291495438"/>
                    </a:ext>
                  </a:extLst>
                </a:gridCol>
                <a:gridCol w="1290884">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L0192</a:t>
                      </a:r>
                    </a:p>
                    <a:p>
                      <a:pPr algn="ctr"/>
                      <a:r>
                        <a:rPr kumimoji="1" lang="ja-JP" altLang="en-US" sz="1400" b="0">
                          <a:solidFill>
                            <a:schemeClr val="tx1"/>
                          </a:solidFill>
                        </a:rPr>
                        <a:t>奈良</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200" b="0">
                          <a:solidFill>
                            <a:schemeClr val="tx1"/>
                          </a:solidFill>
                        </a:rPr>
                        <a:t>こぶたぬきつね子</a:t>
                      </a:r>
                      <a:endParaRPr lang="en-US" altLang="ja-JP" sz="12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9" name="角丸四角形吹き出し 548">
            <a:extLst>
              <a:ext uri="{FF2B5EF4-FFF2-40B4-BE49-F238E27FC236}">
                <a16:creationId xmlns:a16="http://schemas.microsoft.com/office/drawing/2014/main" id="{86374287-41D8-3921-62A0-01465C22094D}"/>
              </a:ext>
            </a:extLst>
          </p:cNvPr>
          <p:cNvSpPr/>
          <p:nvPr/>
        </p:nvSpPr>
        <p:spPr>
          <a:xfrm>
            <a:off x="29285538" y="23979499"/>
            <a:ext cx="3289695" cy="563033"/>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ラジオ祭り</a:t>
            </a:r>
            <a:r>
              <a:rPr lang="en-US" altLang="ja-JP" sz="1400" dirty="0">
                <a:solidFill>
                  <a:sysClr val="windowText" lastClr="000000"/>
                </a:solidFill>
              </a:rPr>
              <a:t>2024</a:t>
            </a:r>
            <a:r>
              <a:rPr lang="ja-JP" altLang="en-US" sz="1400">
                <a:solidFill>
                  <a:sysClr val="windowText" lastClr="000000"/>
                </a:solidFill>
              </a:rPr>
              <a:t>でお二人に会って、</a:t>
            </a:r>
            <a:endParaRPr lang="en-US" altLang="ja-JP" sz="1400" dirty="0">
              <a:solidFill>
                <a:sysClr val="windowText" lastClr="000000"/>
              </a:solidFill>
            </a:endParaRPr>
          </a:p>
          <a:p>
            <a:pPr algn="ctr"/>
            <a:r>
              <a:rPr lang="ja-JP" altLang="en-US" sz="1400">
                <a:solidFill>
                  <a:sysClr val="windowText" lastClr="000000"/>
                </a:solidFill>
              </a:rPr>
              <a:t>ミル活始めました！</a:t>
            </a:r>
          </a:p>
        </p:txBody>
      </p:sp>
    </p:spTree>
    <p:extLst>
      <p:ext uri="{BB962C8B-B14F-4D97-AF65-F5344CB8AC3E}">
        <p14:creationId xmlns:p14="http://schemas.microsoft.com/office/powerpoint/2010/main" val="4117798493"/>
      </p:ext>
    </p:extLst>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209476</TotalTime>
  <Words>3638</Words>
  <Application>Microsoft Macintosh PowerPoint</Application>
  <PresentationFormat>ユーザー設定</PresentationFormat>
  <Paragraphs>1044</Paragraphs>
  <Slides>1</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vt:i4>
      </vt:variant>
    </vt:vector>
  </HeadingPairs>
  <TitlesOfParts>
    <vt:vector size="7" baseType="lpstr">
      <vt:lpstr>Google Sans</vt:lpstr>
      <vt:lpstr>游ゴシック</vt:lpstr>
      <vt:lpstr>Arial</vt:lpstr>
      <vt:lpstr>Calibri</vt:lpstr>
      <vt:lpstr>Calibri Light</vt:lpstr>
      <vt:lpstr>Office 2013 - 2022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松山 友宏</dc:creator>
  <cp:lastModifiedBy>戸田和子</cp:lastModifiedBy>
  <cp:revision>64</cp:revision>
  <dcterms:created xsi:type="dcterms:W3CDTF">2022-07-21T13:06:58Z</dcterms:created>
  <dcterms:modified xsi:type="dcterms:W3CDTF">2026-01-31T07:25:30Z</dcterms:modified>
</cp:coreProperties>
</file>
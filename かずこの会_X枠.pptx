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sldIdLst>
    <p:sldId id="256" r:id="rId2"/>
  </p:sldIdLst>
  <p:sldSz cx="16200438" cy="197993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B92"/>
    <a:srgbClr val="F8C4EC"/>
    <a:srgbClr val="D7BAF6"/>
    <a:srgbClr val="BDD8EF"/>
    <a:srgbClr val="B4C7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6087"/>
  </p:normalViewPr>
  <p:slideViewPr>
    <p:cSldViewPr snapToGrid="0" snapToObjects="1">
      <p:cViewPr varScale="1">
        <p:scale>
          <a:sx n="39" d="100"/>
          <a:sy n="39" d="100"/>
        </p:scale>
        <p:origin x="2784"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215033" y="3240303"/>
            <a:ext cx="13770372" cy="6893089"/>
          </a:xfrm>
        </p:spPr>
        <p:txBody>
          <a:bodyPr anchor="b"/>
          <a:lstStyle>
            <a:lvl1pPr algn="ctr">
              <a:defRPr sz="10630"/>
            </a:lvl1pPr>
          </a:lstStyle>
          <a:p>
            <a:r>
              <a:rPr lang="ja-JP" altLang="en-US"/>
              <a:t>マスター タイトルの書式設定</a:t>
            </a:r>
            <a:endParaRPr lang="en-US" dirty="0"/>
          </a:p>
        </p:txBody>
      </p:sp>
      <p:sp>
        <p:nvSpPr>
          <p:cNvPr id="3" name="Subtitle 2"/>
          <p:cNvSpPr>
            <a:spLocks noGrp="1"/>
          </p:cNvSpPr>
          <p:nvPr>
            <p:ph type="subTitle" idx="1"/>
          </p:nvPr>
        </p:nvSpPr>
        <p:spPr>
          <a:xfrm>
            <a:off x="2025056" y="10399218"/>
            <a:ext cx="12150329" cy="4780246"/>
          </a:xfrm>
        </p:spPr>
        <p:txBody>
          <a:bodyPr/>
          <a:lstStyle>
            <a:lvl1pPr marL="0" indent="0" algn="ctr">
              <a:buNone/>
              <a:defRPr sz="4252"/>
            </a:lvl1pPr>
            <a:lvl2pPr marL="810021" indent="0" algn="ctr">
              <a:buNone/>
              <a:defRPr sz="3543"/>
            </a:lvl2pPr>
            <a:lvl3pPr marL="1620042" indent="0" algn="ctr">
              <a:buNone/>
              <a:defRPr sz="3189"/>
            </a:lvl3pPr>
            <a:lvl4pPr marL="2430064" indent="0" algn="ctr">
              <a:buNone/>
              <a:defRPr sz="2835"/>
            </a:lvl4pPr>
            <a:lvl5pPr marL="3240085" indent="0" algn="ctr">
              <a:buNone/>
              <a:defRPr sz="2835"/>
            </a:lvl5pPr>
            <a:lvl6pPr marL="4050106" indent="0" algn="ctr">
              <a:buNone/>
              <a:defRPr sz="2835"/>
            </a:lvl6pPr>
            <a:lvl7pPr marL="4860127" indent="0" algn="ctr">
              <a:buNone/>
              <a:defRPr sz="2835"/>
            </a:lvl7pPr>
            <a:lvl8pPr marL="5670149" indent="0" algn="ctr">
              <a:buNone/>
              <a:defRPr sz="2835"/>
            </a:lvl8pPr>
            <a:lvl9pPr marL="6480170" indent="0" algn="ctr">
              <a:buNone/>
              <a:defRPr sz="2835"/>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982736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647651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105343" y="4936083"/>
            <a:ext cx="13972878" cy="8235957"/>
          </a:xfrm>
        </p:spPr>
        <p:txBody>
          <a:bodyPr anchor="b"/>
          <a:lstStyle>
            <a:lvl1pPr>
              <a:defRPr sz="1063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05343" y="13249955"/>
            <a:ext cx="13972878" cy="4331095"/>
          </a:xfrm>
        </p:spPr>
        <p:txBody>
          <a:bodyPr/>
          <a:lstStyle>
            <a:lvl1pPr marL="0" indent="0">
              <a:buNone/>
              <a:defRPr sz="4252">
                <a:solidFill>
                  <a:schemeClr val="tx1"/>
                </a:solidFill>
              </a:defRPr>
            </a:lvl1pPr>
            <a:lvl2pPr marL="810021" indent="0">
              <a:buNone/>
              <a:defRPr sz="3543">
                <a:solidFill>
                  <a:schemeClr val="tx1">
                    <a:tint val="75000"/>
                  </a:schemeClr>
                </a:solidFill>
              </a:defRPr>
            </a:lvl2pPr>
            <a:lvl3pPr marL="1620042" indent="0">
              <a:buNone/>
              <a:defRPr sz="3189">
                <a:solidFill>
                  <a:schemeClr val="tx1">
                    <a:tint val="75000"/>
                  </a:schemeClr>
                </a:solidFill>
              </a:defRPr>
            </a:lvl3pPr>
            <a:lvl4pPr marL="2430064" indent="0">
              <a:buNone/>
              <a:defRPr sz="2835">
                <a:solidFill>
                  <a:schemeClr val="tx1">
                    <a:tint val="75000"/>
                  </a:schemeClr>
                </a:solidFill>
              </a:defRPr>
            </a:lvl4pPr>
            <a:lvl5pPr marL="3240085" indent="0">
              <a:buNone/>
              <a:defRPr sz="2835">
                <a:solidFill>
                  <a:schemeClr val="tx1">
                    <a:tint val="75000"/>
                  </a:schemeClr>
                </a:solidFill>
              </a:defRPr>
            </a:lvl5pPr>
            <a:lvl6pPr marL="4050106" indent="0">
              <a:buNone/>
              <a:defRPr sz="2835">
                <a:solidFill>
                  <a:schemeClr val="tx1">
                    <a:tint val="75000"/>
                  </a:schemeClr>
                </a:solidFill>
              </a:defRPr>
            </a:lvl6pPr>
            <a:lvl7pPr marL="4860127" indent="0">
              <a:buNone/>
              <a:defRPr sz="2835">
                <a:solidFill>
                  <a:schemeClr val="tx1">
                    <a:tint val="75000"/>
                  </a:schemeClr>
                </a:solidFill>
              </a:defRPr>
            </a:lvl7pPr>
            <a:lvl8pPr marL="5670149" indent="0">
              <a:buNone/>
              <a:defRPr sz="2835">
                <a:solidFill>
                  <a:schemeClr val="tx1">
                    <a:tint val="75000"/>
                  </a:schemeClr>
                </a:solidFill>
              </a:defRPr>
            </a:lvl8pPr>
            <a:lvl9pPr marL="6480170" indent="0">
              <a:buNone/>
              <a:defRPr sz="2835">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1003929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113780" y="5270646"/>
            <a:ext cx="6885186" cy="1256247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8201472" y="5270646"/>
            <a:ext cx="6885186" cy="1256247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4126305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115890" y="1054135"/>
            <a:ext cx="13972878" cy="3826949"/>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115892" y="4853580"/>
            <a:ext cx="6853544" cy="2378664"/>
          </a:xfrm>
        </p:spPr>
        <p:txBody>
          <a:bodyPr anchor="b"/>
          <a:lstStyle>
            <a:lvl1pPr marL="0" indent="0">
              <a:buNone/>
              <a:defRPr sz="4252" b="1"/>
            </a:lvl1pPr>
            <a:lvl2pPr marL="810021" indent="0">
              <a:buNone/>
              <a:defRPr sz="3543" b="1"/>
            </a:lvl2pPr>
            <a:lvl3pPr marL="1620042" indent="0">
              <a:buNone/>
              <a:defRPr sz="3189" b="1"/>
            </a:lvl3pPr>
            <a:lvl4pPr marL="2430064" indent="0">
              <a:buNone/>
              <a:defRPr sz="2835" b="1"/>
            </a:lvl4pPr>
            <a:lvl5pPr marL="3240085" indent="0">
              <a:buNone/>
              <a:defRPr sz="2835" b="1"/>
            </a:lvl5pPr>
            <a:lvl6pPr marL="4050106" indent="0">
              <a:buNone/>
              <a:defRPr sz="2835" b="1"/>
            </a:lvl6pPr>
            <a:lvl7pPr marL="4860127" indent="0">
              <a:buNone/>
              <a:defRPr sz="2835" b="1"/>
            </a:lvl7pPr>
            <a:lvl8pPr marL="5670149" indent="0">
              <a:buNone/>
              <a:defRPr sz="2835" b="1"/>
            </a:lvl8pPr>
            <a:lvl9pPr marL="6480170" indent="0">
              <a:buNone/>
              <a:defRPr sz="2835" b="1"/>
            </a:lvl9pPr>
          </a:lstStyle>
          <a:p>
            <a:pPr lvl="0"/>
            <a:r>
              <a:rPr lang="ja-JP" altLang="en-US"/>
              <a:t>マスター テキストの書式設定</a:t>
            </a:r>
          </a:p>
        </p:txBody>
      </p:sp>
      <p:sp>
        <p:nvSpPr>
          <p:cNvPr id="4" name="Content Placeholder 3"/>
          <p:cNvSpPr>
            <a:spLocks noGrp="1"/>
          </p:cNvSpPr>
          <p:nvPr>
            <p:ph sz="half" idx="2"/>
          </p:nvPr>
        </p:nvSpPr>
        <p:spPr>
          <a:xfrm>
            <a:off x="1115892" y="7232244"/>
            <a:ext cx="6853544" cy="1063754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8201473" y="4853580"/>
            <a:ext cx="6887296" cy="2378664"/>
          </a:xfrm>
        </p:spPr>
        <p:txBody>
          <a:bodyPr anchor="b"/>
          <a:lstStyle>
            <a:lvl1pPr marL="0" indent="0">
              <a:buNone/>
              <a:defRPr sz="4252" b="1"/>
            </a:lvl1pPr>
            <a:lvl2pPr marL="810021" indent="0">
              <a:buNone/>
              <a:defRPr sz="3543" b="1"/>
            </a:lvl2pPr>
            <a:lvl3pPr marL="1620042" indent="0">
              <a:buNone/>
              <a:defRPr sz="3189" b="1"/>
            </a:lvl3pPr>
            <a:lvl4pPr marL="2430064" indent="0">
              <a:buNone/>
              <a:defRPr sz="2835" b="1"/>
            </a:lvl4pPr>
            <a:lvl5pPr marL="3240085" indent="0">
              <a:buNone/>
              <a:defRPr sz="2835" b="1"/>
            </a:lvl5pPr>
            <a:lvl6pPr marL="4050106" indent="0">
              <a:buNone/>
              <a:defRPr sz="2835" b="1"/>
            </a:lvl6pPr>
            <a:lvl7pPr marL="4860127" indent="0">
              <a:buNone/>
              <a:defRPr sz="2835" b="1"/>
            </a:lvl7pPr>
            <a:lvl8pPr marL="5670149" indent="0">
              <a:buNone/>
              <a:defRPr sz="2835" b="1"/>
            </a:lvl8pPr>
            <a:lvl9pPr marL="6480170" indent="0">
              <a:buNone/>
              <a:defRPr sz="2835" b="1"/>
            </a:lvl9pPr>
          </a:lstStyle>
          <a:p>
            <a:pPr lvl="0"/>
            <a:r>
              <a:rPr lang="ja-JP" altLang="en-US"/>
              <a:t>マスター テキストの書式設定</a:t>
            </a:r>
          </a:p>
        </p:txBody>
      </p:sp>
      <p:sp>
        <p:nvSpPr>
          <p:cNvPr id="6" name="Content Placeholder 5"/>
          <p:cNvSpPr>
            <a:spLocks noGrp="1"/>
          </p:cNvSpPr>
          <p:nvPr>
            <p:ph sz="quarter" idx="4"/>
          </p:nvPr>
        </p:nvSpPr>
        <p:spPr>
          <a:xfrm>
            <a:off x="8201473" y="7232244"/>
            <a:ext cx="6887296" cy="1063754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459135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1767523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4227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115891" y="1319954"/>
            <a:ext cx="5225063" cy="4619837"/>
          </a:xfrm>
        </p:spPr>
        <p:txBody>
          <a:bodyPr anchor="b"/>
          <a:lstStyle>
            <a:lvl1pPr>
              <a:defRPr sz="5669"/>
            </a:lvl1pPr>
          </a:lstStyle>
          <a:p>
            <a:r>
              <a:rPr lang="ja-JP" altLang="en-US"/>
              <a:t>マスター タイトルの書式設定</a:t>
            </a:r>
            <a:endParaRPr lang="en-US" dirty="0"/>
          </a:p>
        </p:txBody>
      </p:sp>
      <p:sp>
        <p:nvSpPr>
          <p:cNvPr id="3" name="Content Placeholder 2"/>
          <p:cNvSpPr>
            <a:spLocks noGrp="1"/>
          </p:cNvSpPr>
          <p:nvPr>
            <p:ph idx="1"/>
          </p:nvPr>
        </p:nvSpPr>
        <p:spPr>
          <a:xfrm>
            <a:off x="6887296" y="2850737"/>
            <a:ext cx="8201472" cy="14070336"/>
          </a:xfrm>
        </p:spPr>
        <p:txBody>
          <a:bodyPr/>
          <a:lstStyle>
            <a:lvl1pPr>
              <a:defRPr sz="5669"/>
            </a:lvl1pPr>
            <a:lvl2pPr>
              <a:defRPr sz="4961"/>
            </a:lvl2pPr>
            <a:lvl3pPr>
              <a:defRPr sz="4252"/>
            </a:lvl3pPr>
            <a:lvl4pPr>
              <a:defRPr sz="3543"/>
            </a:lvl4pPr>
            <a:lvl5pPr>
              <a:defRPr sz="3543"/>
            </a:lvl5pPr>
            <a:lvl6pPr>
              <a:defRPr sz="3543"/>
            </a:lvl6pPr>
            <a:lvl7pPr>
              <a:defRPr sz="3543"/>
            </a:lvl7pPr>
            <a:lvl8pPr>
              <a:defRPr sz="3543"/>
            </a:lvl8pPr>
            <a:lvl9pPr>
              <a:defRPr sz="3543"/>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115891" y="5939790"/>
            <a:ext cx="5225063" cy="11004196"/>
          </a:xfrm>
        </p:spPr>
        <p:txBody>
          <a:bodyPr/>
          <a:lstStyle>
            <a:lvl1pPr marL="0" indent="0">
              <a:buNone/>
              <a:defRPr sz="2835"/>
            </a:lvl1pPr>
            <a:lvl2pPr marL="810021" indent="0">
              <a:buNone/>
              <a:defRPr sz="2480"/>
            </a:lvl2pPr>
            <a:lvl3pPr marL="1620042" indent="0">
              <a:buNone/>
              <a:defRPr sz="2126"/>
            </a:lvl3pPr>
            <a:lvl4pPr marL="2430064" indent="0">
              <a:buNone/>
              <a:defRPr sz="1772"/>
            </a:lvl4pPr>
            <a:lvl5pPr marL="3240085" indent="0">
              <a:buNone/>
              <a:defRPr sz="1772"/>
            </a:lvl5pPr>
            <a:lvl6pPr marL="4050106" indent="0">
              <a:buNone/>
              <a:defRPr sz="1772"/>
            </a:lvl6pPr>
            <a:lvl7pPr marL="4860127" indent="0">
              <a:buNone/>
              <a:defRPr sz="1772"/>
            </a:lvl7pPr>
            <a:lvl8pPr marL="5670149" indent="0">
              <a:buNone/>
              <a:defRPr sz="1772"/>
            </a:lvl8pPr>
            <a:lvl9pPr marL="6480170" indent="0">
              <a:buNone/>
              <a:defRPr sz="1772"/>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98562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115891" y="1319954"/>
            <a:ext cx="5225063" cy="4619837"/>
          </a:xfrm>
        </p:spPr>
        <p:txBody>
          <a:bodyPr anchor="b"/>
          <a:lstStyle>
            <a:lvl1pPr>
              <a:defRPr sz="5669"/>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887296" y="2850737"/>
            <a:ext cx="8201472" cy="14070336"/>
          </a:xfrm>
        </p:spPr>
        <p:txBody>
          <a:bodyPr anchor="t"/>
          <a:lstStyle>
            <a:lvl1pPr marL="0" indent="0">
              <a:buNone/>
              <a:defRPr sz="5669"/>
            </a:lvl1pPr>
            <a:lvl2pPr marL="810021" indent="0">
              <a:buNone/>
              <a:defRPr sz="4961"/>
            </a:lvl2pPr>
            <a:lvl3pPr marL="1620042" indent="0">
              <a:buNone/>
              <a:defRPr sz="4252"/>
            </a:lvl3pPr>
            <a:lvl4pPr marL="2430064" indent="0">
              <a:buNone/>
              <a:defRPr sz="3543"/>
            </a:lvl4pPr>
            <a:lvl5pPr marL="3240085" indent="0">
              <a:buNone/>
              <a:defRPr sz="3543"/>
            </a:lvl5pPr>
            <a:lvl6pPr marL="4050106" indent="0">
              <a:buNone/>
              <a:defRPr sz="3543"/>
            </a:lvl6pPr>
            <a:lvl7pPr marL="4860127" indent="0">
              <a:buNone/>
              <a:defRPr sz="3543"/>
            </a:lvl7pPr>
            <a:lvl8pPr marL="5670149" indent="0">
              <a:buNone/>
              <a:defRPr sz="3543"/>
            </a:lvl8pPr>
            <a:lvl9pPr marL="6480170" indent="0">
              <a:buNone/>
              <a:defRPr sz="3543"/>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15891" y="5939790"/>
            <a:ext cx="5225063" cy="11004196"/>
          </a:xfrm>
        </p:spPr>
        <p:txBody>
          <a:bodyPr/>
          <a:lstStyle>
            <a:lvl1pPr marL="0" indent="0">
              <a:buNone/>
              <a:defRPr sz="2835"/>
            </a:lvl1pPr>
            <a:lvl2pPr marL="810021" indent="0">
              <a:buNone/>
              <a:defRPr sz="2480"/>
            </a:lvl2pPr>
            <a:lvl3pPr marL="1620042" indent="0">
              <a:buNone/>
              <a:defRPr sz="2126"/>
            </a:lvl3pPr>
            <a:lvl4pPr marL="2430064" indent="0">
              <a:buNone/>
              <a:defRPr sz="1772"/>
            </a:lvl4pPr>
            <a:lvl5pPr marL="3240085" indent="0">
              <a:buNone/>
              <a:defRPr sz="1772"/>
            </a:lvl5pPr>
            <a:lvl6pPr marL="4050106" indent="0">
              <a:buNone/>
              <a:defRPr sz="1772"/>
            </a:lvl6pPr>
            <a:lvl7pPr marL="4860127" indent="0">
              <a:buNone/>
              <a:defRPr sz="1772"/>
            </a:lvl7pPr>
            <a:lvl8pPr marL="5670149" indent="0">
              <a:buNone/>
              <a:defRPr sz="1772"/>
            </a:lvl8pPr>
            <a:lvl9pPr marL="6480170" indent="0">
              <a:buNone/>
              <a:defRPr sz="1772"/>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1259707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3705272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93441" y="1054130"/>
            <a:ext cx="3493219" cy="16778992"/>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113782" y="1054130"/>
            <a:ext cx="10277153" cy="16778992"/>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3833305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13780" y="1054135"/>
            <a:ext cx="13972878" cy="3826949"/>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113780" y="5270646"/>
            <a:ext cx="13972878" cy="12562474"/>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113781" y="18351022"/>
            <a:ext cx="3645099" cy="1054130"/>
          </a:xfrm>
          <a:prstGeom prst="rect">
            <a:avLst/>
          </a:prstGeom>
        </p:spPr>
        <p:txBody>
          <a:bodyPr vert="horz" lIns="91440" tIns="45720" rIns="91440" bIns="45720" rtlCol="0" anchor="ctr"/>
          <a:lstStyle>
            <a:lvl1pPr algn="l">
              <a:defRPr sz="2126">
                <a:solidFill>
                  <a:schemeClr val="tx1">
                    <a:tint val="75000"/>
                  </a:schemeClr>
                </a:solidFill>
              </a:defRPr>
            </a:lvl1pPr>
          </a:lstStyle>
          <a:p>
            <a:fld id="{E93DBD65-3985-A846-A173-ED73E8B6287F}" type="datetimeFigureOut">
              <a:rPr kumimoji="1" lang="ja-JP" altLang="en-US" smtClean="0"/>
              <a:t>2026/1/31</a:t>
            </a:fld>
            <a:endParaRPr kumimoji="1" lang="ja-JP" altLang="en-US"/>
          </a:p>
        </p:txBody>
      </p:sp>
      <p:sp>
        <p:nvSpPr>
          <p:cNvPr id="5" name="Footer Placeholder 4"/>
          <p:cNvSpPr>
            <a:spLocks noGrp="1"/>
          </p:cNvSpPr>
          <p:nvPr>
            <p:ph type="ftr" sz="quarter" idx="3"/>
          </p:nvPr>
        </p:nvSpPr>
        <p:spPr>
          <a:xfrm>
            <a:off x="5366395" y="18351022"/>
            <a:ext cx="5467648" cy="1054130"/>
          </a:xfrm>
          <a:prstGeom prst="rect">
            <a:avLst/>
          </a:prstGeom>
        </p:spPr>
        <p:txBody>
          <a:bodyPr vert="horz" lIns="91440" tIns="45720" rIns="91440" bIns="45720" rtlCol="0" anchor="ctr"/>
          <a:lstStyle>
            <a:lvl1pPr algn="ctr">
              <a:defRPr sz="2126">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11441560" y="18351022"/>
            <a:ext cx="3645099" cy="1054130"/>
          </a:xfrm>
          <a:prstGeom prst="rect">
            <a:avLst/>
          </a:prstGeom>
        </p:spPr>
        <p:txBody>
          <a:bodyPr vert="horz" lIns="91440" tIns="45720" rIns="91440" bIns="45720" rtlCol="0" anchor="ctr"/>
          <a:lstStyle>
            <a:lvl1pPr algn="r">
              <a:defRPr sz="2126">
                <a:solidFill>
                  <a:schemeClr val="tx1">
                    <a:tint val="75000"/>
                  </a:schemeClr>
                </a:solidFill>
              </a:defRPr>
            </a:lvl1pPr>
          </a:lstStyle>
          <a:p>
            <a:fld id="{2C762163-B570-7F44-9417-FF594A148F2E}" type="slidenum">
              <a:rPr kumimoji="1" lang="ja-JP" altLang="en-US" smtClean="0"/>
              <a:t>‹#›</a:t>
            </a:fld>
            <a:endParaRPr kumimoji="1" lang="ja-JP" altLang="en-US"/>
          </a:p>
        </p:txBody>
      </p:sp>
    </p:spTree>
    <p:extLst>
      <p:ext uri="{BB962C8B-B14F-4D97-AF65-F5344CB8AC3E}">
        <p14:creationId xmlns:p14="http://schemas.microsoft.com/office/powerpoint/2010/main" val="338282181"/>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1620042" rtl="0" eaLnBrk="1" latinLnBrk="0" hangingPunct="1">
        <a:lnSpc>
          <a:spcPct val="90000"/>
        </a:lnSpc>
        <a:spcBef>
          <a:spcPct val="0"/>
        </a:spcBef>
        <a:buNone/>
        <a:defRPr kumimoji="1" sz="7795" kern="1200">
          <a:solidFill>
            <a:schemeClr val="tx1"/>
          </a:solidFill>
          <a:latin typeface="+mj-lt"/>
          <a:ea typeface="+mj-ea"/>
          <a:cs typeface="+mj-cs"/>
        </a:defRPr>
      </a:lvl1pPr>
    </p:titleStyle>
    <p:bodyStyle>
      <a:lvl1pPr marL="405011" indent="-405011" algn="l" defTabSz="1620042" rtl="0" eaLnBrk="1" latinLnBrk="0" hangingPunct="1">
        <a:lnSpc>
          <a:spcPct val="90000"/>
        </a:lnSpc>
        <a:spcBef>
          <a:spcPts val="1772"/>
        </a:spcBef>
        <a:buFont typeface="Arial" panose="020B0604020202020204" pitchFamily="34" charset="0"/>
        <a:buChar char="•"/>
        <a:defRPr kumimoji="1" sz="4961" kern="1200">
          <a:solidFill>
            <a:schemeClr val="tx1"/>
          </a:solidFill>
          <a:latin typeface="+mn-lt"/>
          <a:ea typeface="+mn-ea"/>
          <a:cs typeface="+mn-cs"/>
        </a:defRPr>
      </a:lvl1pPr>
      <a:lvl2pPr marL="1215032" indent="-405011" algn="l" defTabSz="1620042" rtl="0" eaLnBrk="1" latinLnBrk="0" hangingPunct="1">
        <a:lnSpc>
          <a:spcPct val="90000"/>
        </a:lnSpc>
        <a:spcBef>
          <a:spcPts val="886"/>
        </a:spcBef>
        <a:buFont typeface="Arial" panose="020B0604020202020204" pitchFamily="34" charset="0"/>
        <a:buChar char="•"/>
        <a:defRPr kumimoji="1" sz="4252" kern="1200">
          <a:solidFill>
            <a:schemeClr val="tx1"/>
          </a:solidFill>
          <a:latin typeface="+mn-lt"/>
          <a:ea typeface="+mn-ea"/>
          <a:cs typeface="+mn-cs"/>
        </a:defRPr>
      </a:lvl2pPr>
      <a:lvl3pPr marL="2025053" indent="-405011" algn="l" defTabSz="1620042" rtl="0" eaLnBrk="1" latinLnBrk="0" hangingPunct="1">
        <a:lnSpc>
          <a:spcPct val="90000"/>
        </a:lnSpc>
        <a:spcBef>
          <a:spcPts val="886"/>
        </a:spcBef>
        <a:buFont typeface="Arial" panose="020B0604020202020204" pitchFamily="34" charset="0"/>
        <a:buChar char="•"/>
        <a:defRPr kumimoji="1" sz="3543" kern="1200">
          <a:solidFill>
            <a:schemeClr val="tx1"/>
          </a:solidFill>
          <a:latin typeface="+mn-lt"/>
          <a:ea typeface="+mn-ea"/>
          <a:cs typeface="+mn-cs"/>
        </a:defRPr>
      </a:lvl3pPr>
      <a:lvl4pPr marL="2835074" indent="-405011" algn="l" defTabSz="1620042" rtl="0" eaLnBrk="1" latinLnBrk="0" hangingPunct="1">
        <a:lnSpc>
          <a:spcPct val="90000"/>
        </a:lnSpc>
        <a:spcBef>
          <a:spcPts val="886"/>
        </a:spcBef>
        <a:buFont typeface="Arial" panose="020B0604020202020204" pitchFamily="34" charset="0"/>
        <a:buChar char="•"/>
        <a:defRPr kumimoji="1" sz="3189" kern="1200">
          <a:solidFill>
            <a:schemeClr val="tx1"/>
          </a:solidFill>
          <a:latin typeface="+mn-lt"/>
          <a:ea typeface="+mn-ea"/>
          <a:cs typeface="+mn-cs"/>
        </a:defRPr>
      </a:lvl4pPr>
      <a:lvl5pPr marL="3645096" indent="-405011" algn="l" defTabSz="1620042" rtl="0" eaLnBrk="1" latinLnBrk="0" hangingPunct="1">
        <a:lnSpc>
          <a:spcPct val="90000"/>
        </a:lnSpc>
        <a:spcBef>
          <a:spcPts val="886"/>
        </a:spcBef>
        <a:buFont typeface="Arial" panose="020B0604020202020204" pitchFamily="34" charset="0"/>
        <a:buChar char="•"/>
        <a:defRPr kumimoji="1" sz="3189" kern="1200">
          <a:solidFill>
            <a:schemeClr val="tx1"/>
          </a:solidFill>
          <a:latin typeface="+mn-lt"/>
          <a:ea typeface="+mn-ea"/>
          <a:cs typeface="+mn-cs"/>
        </a:defRPr>
      </a:lvl5pPr>
      <a:lvl6pPr marL="4455117" indent="-405011" algn="l" defTabSz="1620042" rtl="0" eaLnBrk="1" latinLnBrk="0" hangingPunct="1">
        <a:lnSpc>
          <a:spcPct val="90000"/>
        </a:lnSpc>
        <a:spcBef>
          <a:spcPts val="886"/>
        </a:spcBef>
        <a:buFont typeface="Arial" panose="020B0604020202020204" pitchFamily="34" charset="0"/>
        <a:buChar char="•"/>
        <a:defRPr kumimoji="1" sz="3189" kern="1200">
          <a:solidFill>
            <a:schemeClr val="tx1"/>
          </a:solidFill>
          <a:latin typeface="+mn-lt"/>
          <a:ea typeface="+mn-ea"/>
          <a:cs typeface="+mn-cs"/>
        </a:defRPr>
      </a:lvl6pPr>
      <a:lvl7pPr marL="5265138" indent="-405011" algn="l" defTabSz="1620042" rtl="0" eaLnBrk="1" latinLnBrk="0" hangingPunct="1">
        <a:lnSpc>
          <a:spcPct val="90000"/>
        </a:lnSpc>
        <a:spcBef>
          <a:spcPts val="886"/>
        </a:spcBef>
        <a:buFont typeface="Arial" panose="020B0604020202020204" pitchFamily="34" charset="0"/>
        <a:buChar char="•"/>
        <a:defRPr kumimoji="1" sz="3189" kern="1200">
          <a:solidFill>
            <a:schemeClr val="tx1"/>
          </a:solidFill>
          <a:latin typeface="+mn-lt"/>
          <a:ea typeface="+mn-ea"/>
          <a:cs typeface="+mn-cs"/>
        </a:defRPr>
      </a:lvl7pPr>
      <a:lvl8pPr marL="6075159" indent="-405011" algn="l" defTabSz="1620042" rtl="0" eaLnBrk="1" latinLnBrk="0" hangingPunct="1">
        <a:lnSpc>
          <a:spcPct val="90000"/>
        </a:lnSpc>
        <a:spcBef>
          <a:spcPts val="886"/>
        </a:spcBef>
        <a:buFont typeface="Arial" panose="020B0604020202020204" pitchFamily="34" charset="0"/>
        <a:buChar char="•"/>
        <a:defRPr kumimoji="1" sz="3189" kern="1200">
          <a:solidFill>
            <a:schemeClr val="tx1"/>
          </a:solidFill>
          <a:latin typeface="+mn-lt"/>
          <a:ea typeface="+mn-ea"/>
          <a:cs typeface="+mn-cs"/>
        </a:defRPr>
      </a:lvl8pPr>
      <a:lvl9pPr marL="6885181" indent="-405011" algn="l" defTabSz="1620042" rtl="0" eaLnBrk="1" latinLnBrk="0" hangingPunct="1">
        <a:lnSpc>
          <a:spcPct val="90000"/>
        </a:lnSpc>
        <a:spcBef>
          <a:spcPts val="886"/>
        </a:spcBef>
        <a:buFont typeface="Arial" panose="020B0604020202020204" pitchFamily="34" charset="0"/>
        <a:buChar char="•"/>
        <a:defRPr kumimoji="1" sz="3189" kern="1200">
          <a:solidFill>
            <a:schemeClr val="tx1"/>
          </a:solidFill>
          <a:latin typeface="+mn-lt"/>
          <a:ea typeface="+mn-ea"/>
          <a:cs typeface="+mn-cs"/>
        </a:defRPr>
      </a:lvl9pPr>
    </p:bodyStyle>
    <p:otherStyle>
      <a:defPPr>
        <a:defRPr lang="en-US"/>
      </a:defPPr>
      <a:lvl1pPr marL="0" algn="l" defTabSz="1620042" rtl="0" eaLnBrk="1" latinLnBrk="0" hangingPunct="1">
        <a:defRPr kumimoji="1" sz="3189" kern="1200">
          <a:solidFill>
            <a:schemeClr val="tx1"/>
          </a:solidFill>
          <a:latin typeface="+mn-lt"/>
          <a:ea typeface="+mn-ea"/>
          <a:cs typeface="+mn-cs"/>
        </a:defRPr>
      </a:lvl1pPr>
      <a:lvl2pPr marL="810021" algn="l" defTabSz="1620042" rtl="0" eaLnBrk="1" latinLnBrk="0" hangingPunct="1">
        <a:defRPr kumimoji="1" sz="3189" kern="1200">
          <a:solidFill>
            <a:schemeClr val="tx1"/>
          </a:solidFill>
          <a:latin typeface="+mn-lt"/>
          <a:ea typeface="+mn-ea"/>
          <a:cs typeface="+mn-cs"/>
        </a:defRPr>
      </a:lvl2pPr>
      <a:lvl3pPr marL="1620042" algn="l" defTabSz="1620042" rtl="0" eaLnBrk="1" latinLnBrk="0" hangingPunct="1">
        <a:defRPr kumimoji="1" sz="3189" kern="1200">
          <a:solidFill>
            <a:schemeClr val="tx1"/>
          </a:solidFill>
          <a:latin typeface="+mn-lt"/>
          <a:ea typeface="+mn-ea"/>
          <a:cs typeface="+mn-cs"/>
        </a:defRPr>
      </a:lvl3pPr>
      <a:lvl4pPr marL="2430064" algn="l" defTabSz="1620042" rtl="0" eaLnBrk="1" latinLnBrk="0" hangingPunct="1">
        <a:defRPr kumimoji="1" sz="3189" kern="1200">
          <a:solidFill>
            <a:schemeClr val="tx1"/>
          </a:solidFill>
          <a:latin typeface="+mn-lt"/>
          <a:ea typeface="+mn-ea"/>
          <a:cs typeface="+mn-cs"/>
        </a:defRPr>
      </a:lvl4pPr>
      <a:lvl5pPr marL="3240085" algn="l" defTabSz="1620042" rtl="0" eaLnBrk="1" latinLnBrk="0" hangingPunct="1">
        <a:defRPr kumimoji="1" sz="3189" kern="1200">
          <a:solidFill>
            <a:schemeClr val="tx1"/>
          </a:solidFill>
          <a:latin typeface="+mn-lt"/>
          <a:ea typeface="+mn-ea"/>
          <a:cs typeface="+mn-cs"/>
        </a:defRPr>
      </a:lvl5pPr>
      <a:lvl6pPr marL="4050106" algn="l" defTabSz="1620042" rtl="0" eaLnBrk="1" latinLnBrk="0" hangingPunct="1">
        <a:defRPr kumimoji="1" sz="3189" kern="1200">
          <a:solidFill>
            <a:schemeClr val="tx1"/>
          </a:solidFill>
          <a:latin typeface="+mn-lt"/>
          <a:ea typeface="+mn-ea"/>
          <a:cs typeface="+mn-cs"/>
        </a:defRPr>
      </a:lvl6pPr>
      <a:lvl7pPr marL="4860127" algn="l" defTabSz="1620042" rtl="0" eaLnBrk="1" latinLnBrk="0" hangingPunct="1">
        <a:defRPr kumimoji="1" sz="3189" kern="1200">
          <a:solidFill>
            <a:schemeClr val="tx1"/>
          </a:solidFill>
          <a:latin typeface="+mn-lt"/>
          <a:ea typeface="+mn-ea"/>
          <a:cs typeface="+mn-cs"/>
        </a:defRPr>
      </a:lvl7pPr>
      <a:lvl8pPr marL="5670149" algn="l" defTabSz="1620042" rtl="0" eaLnBrk="1" latinLnBrk="0" hangingPunct="1">
        <a:defRPr kumimoji="1" sz="3189" kern="1200">
          <a:solidFill>
            <a:schemeClr val="tx1"/>
          </a:solidFill>
          <a:latin typeface="+mn-lt"/>
          <a:ea typeface="+mn-ea"/>
          <a:cs typeface="+mn-cs"/>
        </a:defRPr>
      </a:lvl8pPr>
      <a:lvl9pPr marL="6480170" algn="l" defTabSz="1620042" rtl="0" eaLnBrk="1" latinLnBrk="0" hangingPunct="1">
        <a:defRPr kumimoji="1" sz="31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 24">
            <a:extLst>
              <a:ext uri="{FF2B5EF4-FFF2-40B4-BE49-F238E27FC236}">
                <a16:creationId xmlns:a16="http://schemas.microsoft.com/office/drawing/2014/main" id="{70705572-5C96-6183-477F-38B15B7F5EF5}"/>
              </a:ext>
            </a:extLst>
          </p:cNvPr>
          <p:cNvGraphicFramePr>
            <a:graphicFrameLocks noGrp="1"/>
          </p:cNvGraphicFramePr>
          <p:nvPr>
            <p:extLst>
              <p:ext uri="{D42A27DB-BD31-4B8C-83A1-F6EECF244321}">
                <p14:modId xmlns:p14="http://schemas.microsoft.com/office/powerpoint/2010/main" val="473645938"/>
              </p:ext>
            </p:extLst>
          </p:nvPr>
        </p:nvGraphicFramePr>
        <p:xfrm>
          <a:off x="4476911" y="44694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T0001</a:t>
                      </a:r>
                    </a:p>
                    <a:p>
                      <a:pPr algn="ctr"/>
                      <a:r>
                        <a:rPr kumimoji="1" lang="ja-JP" altLang="en-US" sz="1400" b="0">
                          <a:solidFill>
                            <a:schemeClr val="tx1"/>
                          </a:solidFill>
                        </a:rPr>
                        <a:t>北海道</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5"/>
                    </a:solidFill>
                  </a:tcPr>
                </a:tc>
                <a:tc>
                  <a:txBody>
                    <a:bodyPr/>
                    <a:lstStyle/>
                    <a:p>
                      <a:pPr algn="ctr"/>
                      <a:r>
                        <a:rPr lang="ja-JP" altLang="en-US" sz="1400" b="0">
                          <a:solidFill>
                            <a:schemeClr val="tx1"/>
                          </a:solidFill>
                        </a:rPr>
                        <a:t>ゆみこ</a:t>
                      </a:r>
                      <a:endParaRPr lang="en-US" altLang="ja-JP" sz="1400" b="0" dirty="0">
                        <a:solidFill>
                          <a:schemeClr val="tx1"/>
                        </a:solidFill>
                      </a:endParaRPr>
                    </a:p>
                    <a:p>
                      <a:pPr algn="ctr"/>
                      <a:r>
                        <a:rPr lang="en-US" altLang="ja-JP" sz="1400" b="0" dirty="0">
                          <a:solidFill>
                            <a:schemeClr val="tx1"/>
                          </a:solidFill>
                        </a:rPr>
                        <a:t>55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8" name="角丸四角形吹き出し 7">
            <a:extLst>
              <a:ext uri="{FF2B5EF4-FFF2-40B4-BE49-F238E27FC236}">
                <a16:creationId xmlns:a16="http://schemas.microsoft.com/office/drawing/2014/main" id="{5F692BEA-6711-F207-D2EC-B474BD950260}"/>
              </a:ext>
            </a:extLst>
          </p:cNvPr>
          <p:cNvSpPr/>
          <p:nvPr/>
        </p:nvSpPr>
        <p:spPr>
          <a:xfrm>
            <a:off x="537807" y="451718"/>
            <a:ext cx="3363363"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ずっとひっそりとしていましたが、</a:t>
            </a:r>
            <a:endParaRPr lang="en-US" altLang="ja-JP" sz="1400" dirty="0">
              <a:solidFill>
                <a:sysClr val="windowText" lastClr="000000"/>
              </a:solidFill>
            </a:endParaRPr>
          </a:p>
          <a:p>
            <a:pPr algn="ctr"/>
            <a:r>
              <a:rPr lang="ja-JP" altLang="en-US" sz="1400">
                <a:solidFill>
                  <a:sysClr val="windowText" lastClr="000000"/>
                </a:solidFill>
              </a:rPr>
              <a:t>私も名を連ねていただきたいです</a:t>
            </a:r>
            <a:endParaRPr lang="en-US" altLang="ja-JP" sz="1400" dirty="0">
              <a:solidFill>
                <a:sysClr val="windowText" lastClr="000000"/>
              </a:solidFill>
            </a:endParaRPr>
          </a:p>
        </p:txBody>
      </p:sp>
      <p:sp>
        <p:nvSpPr>
          <p:cNvPr id="10" name="角丸四角形吹き出し 9">
            <a:extLst>
              <a:ext uri="{FF2B5EF4-FFF2-40B4-BE49-F238E27FC236}">
                <a16:creationId xmlns:a16="http://schemas.microsoft.com/office/drawing/2014/main" id="{A1B6AB46-56E6-90EF-1E18-5280064D4440}"/>
              </a:ext>
            </a:extLst>
          </p:cNvPr>
          <p:cNvSpPr/>
          <p:nvPr/>
        </p:nvSpPr>
        <p:spPr>
          <a:xfrm>
            <a:off x="537806" y="1951516"/>
            <a:ext cx="3331384" cy="523220"/>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枯葉も山の賑わい、の賑わい担当で</a:t>
            </a:r>
            <a:endParaRPr lang="en-US" altLang="ja-JP" sz="1400" dirty="0">
              <a:solidFill>
                <a:sysClr val="windowText" lastClr="000000"/>
              </a:solidFill>
            </a:endParaRPr>
          </a:p>
          <a:p>
            <a:pPr algn="ctr"/>
            <a:r>
              <a:rPr lang="ja-JP" altLang="en-US" sz="1400">
                <a:solidFill>
                  <a:sysClr val="windowText" lastClr="000000"/>
                </a:solidFill>
              </a:rPr>
              <a:t>仲良くして頂けたら嬉しいです</a:t>
            </a:r>
          </a:p>
        </p:txBody>
      </p:sp>
      <p:graphicFrame>
        <p:nvGraphicFramePr>
          <p:cNvPr id="11" name="表 24">
            <a:extLst>
              <a:ext uri="{FF2B5EF4-FFF2-40B4-BE49-F238E27FC236}">
                <a16:creationId xmlns:a16="http://schemas.microsoft.com/office/drawing/2014/main" id="{FB956A9E-79AF-B2D4-8F5F-AE813D55AB3D}"/>
              </a:ext>
            </a:extLst>
          </p:cNvPr>
          <p:cNvGraphicFramePr>
            <a:graphicFrameLocks noGrp="1"/>
          </p:cNvGraphicFramePr>
          <p:nvPr>
            <p:extLst>
              <p:ext uri="{D42A27DB-BD31-4B8C-83A1-F6EECF244321}">
                <p14:modId xmlns:p14="http://schemas.microsoft.com/office/powerpoint/2010/main" val="3629494912"/>
              </p:ext>
            </p:extLst>
          </p:nvPr>
        </p:nvGraphicFramePr>
        <p:xfrm>
          <a:off x="4476911" y="196141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T0003</a:t>
                      </a:r>
                    </a:p>
                    <a:p>
                      <a:pPr algn="ctr"/>
                      <a:r>
                        <a:rPr kumimoji="1" lang="ja-JP" altLang="en-US" sz="1400" b="0">
                          <a:solidFill>
                            <a:schemeClr val="tx1"/>
                          </a:solidFill>
                        </a:rPr>
                        <a:t>神戸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ja-JP" altLang="en-US" sz="1400" b="0">
                          <a:solidFill>
                            <a:schemeClr val="tx1"/>
                          </a:solidFill>
                        </a:rPr>
                        <a:t>よしこ</a:t>
                      </a:r>
                      <a:endParaRPr lang="en-US" altLang="ja-JP" sz="1400" b="0" dirty="0">
                        <a:solidFill>
                          <a:schemeClr val="tx1"/>
                        </a:solidFill>
                      </a:endParaRPr>
                    </a:p>
                    <a:p>
                      <a:pPr algn="ctr"/>
                      <a:r>
                        <a:rPr lang="en-US" altLang="ja-JP" sz="1400" b="0" dirty="0">
                          <a:solidFill>
                            <a:schemeClr val="tx1"/>
                          </a:solidFill>
                        </a:rPr>
                        <a:t>47</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2" name="角丸四角形吹き出し 11">
            <a:extLst>
              <a:ext uri="{FF2B5EF4-FFF2-40B4-BE49-F238E27FC236}">
                <a16:creationId xmlns:a16="http://schemas.microsoft.com/office/drawing/2014/main" id="{22F39C20-D134-64DD-F152-EC285F5E2948}"/>
              </a:ext>
            </a:extLst>
          </p:cNvPr>
          <p:cNvSpPr/>
          <p:nvPr/>
        </p:nvSpPr>
        <p:spPr>
          <a:xfrm>
            <a:off x="537816" y="2685071"/>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元保育士のため、お孫さんの面倒が</a:t>
            </a:r>
            <a:endParaRPr lang="en-US" altLang="ja-JP" sz="1400" dirty="0">
              <a:solidFill>
                <a:sysClr val="windowText" lastClr="000000"/>
              </a:solidFill>
            </a:endParaRPr>
          </a:p>
          <a:p>
            <a:pPr algn="ctr"/>
            <a:r>
              <a:rPr lang="ja-JP" altLang="en-US" sz="1400">
                <a:solidFill>
                  <a:sysClr val="windowText" lastClr="000000"/>
                </a:solidFill>
              </a:rPr>
              <a:t>観られると思います</a:t>
            </a:r>
            <a:endParaRPr lang="en-US" altLang="ja-JP" sz="1400" dirty="0">
              <a:solidFill>
                <a:sysClr val="windowText" lastClr="000000"/>
              </a:solidFill>
            </a:endParaRPr>
          </a:p>
        </p:txBody>
      </p:sp>
      <p:graphicFrame>
        <p:nvGraphicFramePr>
          <p:cNvPr id="13" name="表 24">
            <a:extLst>
              <a:ext uri="{FF2B5EF4-FFF2-40B4-BE49-F238E27FC236}">
                <a16:creationId xmlns:a16="http://schemas.microsoft.com/office/drawing/2014/main" id="{684F0C4C-F671-4C03-54AC-0EFD0D8D0907}"/>
              </a:ext>
            </a:extLst>
          </p:cNvPr>
          <p:cNvGraphicFramePr>
            <a:graphicFrameLocks noGrp="1"/>
          </p:cNvGraphicFramePr>
          <p:nvPr>
            <p:extLst>
              <p:ext uri="{D42A27DB-BD31-4B8C-83A1-F6EECF244321}">
                <p14:modId xmlns:p14="http://schemas.microsoft.com/office/powerpoint/2010/main" val="1429814161"/>
              </p:ext>
            </p:extLst>
          </p:nvPr>
        </p:nvGraphicFramePr>
        <p:xfrm>
          <a:off x="4476911" y="271864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T0004</a:t>
                      </a:r>
                    </a:p>
                    <a:p>
                      <a:pPr algn="ctr"/>
                      <a:r>
                        <a:rPr kumimoji="1" lang="ja-JP" altLang="en-US" sz="1400" b="0">
                          <a:solidFill>
                            <a:schemeClr val="tx1"/>
                          </a:solidFill>
                        </a:rPr>
                        <a:t>東京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5"/>
                    </a:solidFill>
                  </a:tcPr>
                </a:tc>
                <a:tc>
                  <a:txBody>
                    <a:bodyPr/>
                    <a:lstStyle/>
                    <a:p>
                      <a:pPr algn="ctr"/>
                      <a:r>
                        <a:rPr lang="ja-JP" altLang="en-US" sz="1400" b="0">
                          <a:solidFill>
                            <a:schemeClr val="tx1"/>
                          </a:solidFill>
                        </a:rPr>
                        <a:t>みか</a:t>
                      </a:r>
                      <a:endParaRPr lang="en-US" altLang="ja-JP" sz="1400" b="0" dirty="0">
                        <a:solidFill>
                          <a:schemeClr val="tx1"/>
                        </a:solidFill>
                      </a:endParaRPr>
                    </a:p>
                    <a:p>
                      <a:pPr algn="ctr"/>
                      <a:r>
                        <a:rPr lang="en-US" altLang="ja-JP" sz="1400" b="0" dirty="0">
                          <a:solidFill>
                            <a:schemeClr val="tx1"/>
                          </a:solidFill>
                        </a:rPr>
                        <a:t>41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4" name="角丸四角形吹き出し 13">
            <a:extLst>
              <a:ext uri="{FF2B5EF4-FFF2-40B4-BE49-F238E27FC236}">
                <a16:creationId xmlns:a16="http://schemas.microsoft.com/office/drawing/2014/main" id="{A4C61854-2BFF-1819-DA9D-0FD91CCB5564}"/>
              </a:ext>
            </a:extLst>
          </p:cNvPr>
          <p:cNvSpPr/>
          <p:nvPr/>
        </p:nvSpPr>
        <p:spPr>
          <a:xfrm>
            <a:off x="537816" y="3437786"/>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薬剤師です。みるかよも聴いてます</a:t>
            </a:r>
            <a:endParaRPr lang="en-US" altLang="ja-JP" sz="1400" dirty="0">
              <a:solidFill>
                <a:sysClr val="windowText" lastClr="000000"/>
              </a:solidFill>
            </a:endParaRPr>
          </a:p>
        </p:txBody>
      </p:sp>
      <p:graphicFrame>
        <p:nvGraphicFramePr>
          <p:cNvPr id="15" name="表 24">
            <a:extLst>
              <a:ext uri="{FF2B5EF4-FFF2-40B4-BE49-F238E27FC236}">
                <a16:creationId xmlns:a16="http://schemas.microsoft.com/office/drawing/2014/main" id="{68586AE6-D4A8-42A1-AACB-FE6B9F54DE89}"/>
              </a:ext>
            </a:extLst>
          </p:cNvPr>
          <p:cNvGraphicFramePr>
            <a:graphicFrameLocks noGrp="1"/>
          </p:cNvGraphicFramePr>
          <p:nvPr>
            <p:extLst>
              <p:ext uri="{D42A27DB-BD31-4B8C-83A1-F6EECF244321}">
                <p14:modId xmlns:p14="http://schemas.microsoft.com/office/powerpoint/2010/main" val="2773718420"/>
              </p:ext>
            </p:extLst>
          </p:nvPr>
        </p:nvGraphicFramePr>
        <p:xfrm>
          <a:off x="4476911" y="347588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T0005</a:t>
                      </a:r>
                    </a:p>
                    <a:p>
                      <a:pPr algn="ctr"/>
                      <a:r>
                        <a:rPr kumimoji="1" lang="ja-JP" altLang="en-US" sz="1400" b="0">
                          <a:solidFill>
                            <a:schemeClr val="tx1"/>
                          </a:solidFill>
                        </a:rPr>
                        <a:t>千葉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5"/>
                    </a:solidFill>
                  </a:tcPr>
                </a:tc>
                <a:tc>
                  <a:txBody>
                    <a:bodyPr/>
                    <a:lstStyle/>
                    <a:p>
                      <a:pPr algn="ctr"/>
                      <a:r>
                        <a:rPr lang="ja-JP" altLang="en-US" sz="1400" b="0">
                          <a:solidFill>
                            <a:schemeClr val="tx1"/>
                          </a:solidFill>
                        </a:rPr>
                        <a:t>みゆき</a:t>
                      </a:r>
                      <a:endParaRPr lang="en-US" altLang="ja-JP" sz="1400" b="0" dirty="0">
                        <a:solidFill>
                          <a:schemeClr val="tx1"/>
                        </a:solidFill>
                      </a:endParaRPr>
                    </a:p>
                    <a:p>
                      <a:pPr algn="ctr"/>
                      <a:r>
                        <a:rPr lang="en-US" altLang="ja-JP" sz="1400" b="0" dirty="0">
                          <a:solidFill>
                            <a:schemeClr val="tx1"/>
                          </a:solidFill>
                        </a:rPr>
                        <a:t>44</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6" name="角丸四角形吹き出し 15">
            <a:extLst>
              <a:ext uri="{FF2B5EF4-FFF2-40B4-BE49-F238E27FC236}">
                <a16:creationId xmlns:a16="http://schemas.microsoft.com/office/drawing/2014/main" id="{1358B9B0-F005-D441-B549-504FC655FECB}"/>
              </a:ext>
            </a:extLst>
          </p:cNvPr>
          <p:cNvSpPr/>
          <p:nvPr/>
        </p:nvSpPr>
        <p:spPr>
          <a:xfrm>
            <a:off x="537816" y="4200842"/>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ysClr val="windowText" lastClr="000000"/>
                </a:solidFill>
              </a:rPr>
              <a:t>T0005</a:t>
            </a:r>
            <a:r>
              <a:rPr lang="ja-JP" altLang="en-US" sz="1400">
                <a:solidFill>
                  <a:sysClr val="windowText" lastClr="000000"/>
                </a:solidFill>
              </a:rPr>
              <a:t>の同僚、薬剤師です。</a:t>
            </a:r>
            <a:endParaRPr lang="en-US" altLang="ja-JP" sz="1400" dirty="0">
              <a:solidFill>
                <a:sysClr val="windowText" lastClr="000000"/>
              </a:solidFill>
            </a:endParaRPr>
          </a:p>
        </p:txBody>
      </p:sp>
      <p:graphicFrame>
        <p:nvGraphicFramePr>
          <p:cNvPr id="17" name="表 24">
            <a:extLst>
              <a:ext uri="{FF2B5EF4-FFF2-40B4-BE49-F238E27FC236}">
                <a16:creationId xmlns:a16="http://schemas.microsoft.com/office/drawing/2014/main" id="{730AE6AE-5423-B4FB-47F4-16F323305360}"/>
              </a:ext>
            </a:extLst>
          </p:cNvPr>
          <p:cNvGraphicFramePr>
            <a:graphicFrameLocks noGrp="1"/>
          </p:cNvGraphicFramePr>
          <p:nvPr>
            <p:extLst>
              <p:ext uri="{D42A27DB-BD31-4B8C-83A1-F6EECF244321}">
                <p14:modId xmlns:p14="http://schemas.microsoft.com/office/powerpoint/2010/main" val="1023615064"/>
              </p:ext>
            </p:extLst>
          </p:nvPr>
        </p:nvGraphicFramePr>
        <p:xfrm>
          <a:off x="4476911" y="423312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T0006</a:t>
                      </a:r>
                    </a:p>
                    <a:p>
                      <a:pPr algn="ctr"/>
                      <a:r>
                        <a:rPr kumimoji="1" lang="ja-JP" altLang="en-US" sz="1400" b="0">
                          <a:solidFill>
                            <a:schemeClr val="tx1"/>
                          </a:solidFill>
                        </a:rPr>
                        <a:t>千葉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5"/>
                    </a:solidFill>
                  </a:tcPr>
                </a:tc>
                <a:tc>
                  <a:txBody>
                    <a:bodyPr/>
                    <a:lstStyle/>
                    <a:p>
                      <a:pPr algn="ctr"/>
                      <a:r>
                        <a:rPr lang="ja-JP" altLang="en-US" sz="1400" b="0">
                          <a:solidFill>
                            <a:schemeClr val="tx1"/>
                          </a:solidFill>
                        </a:rPr>
                        <a:t>みほ</a:t>
                      </a:r>
                      <a:endParaRPr lang="en-US" altLang="ja-JP" sz="1400" b="0" dirty="0">
                        <a:solidFill>
                          <a:schemeClr val="tx1"/>
                        </a:solidFill>
                      </a:endParaRPr>
                    </a:p>
                    <a:p>
                      <a:pPr algn="ctr"/>
                      <a:r>
                        <a:rPr lang="en-US" altLang="ja-JP" sz="1400" b="0" dirty="0">
                          <a:solidFill>
                            <a:schemeClr val="tx1"/>
                          </a:solidFill>
                        </a:rPr>
                        <a:t>48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8" name="角丸四角形吹き出し 17">
            <a:extLst>
              <a:ext uri="{FF2B5EF4-FFF2-40B4-BE49-F238E27FC236}">
                <a16:creationId xmlns:a16="http://schemas.microsoft.com/office/drawing/2014/main" id="{F333242B-6B2D-BBCB-AA9F-84035E612F2E}"/>
              </a:ext>
            </a:extLst>
          </p:cNvPr>
          <p:cNvSpPr/>
          <p:nvPr/>
        </p:nvSpPr>
        <p:spPr>
          <a:xfrm>
            <a:off x="537816" y="4962269"/>
            <a:ext cx="3320073"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ボンカタのために</a:t>
            </a:r>
            <a:r>
              <a:rPr lang="en-US" altLang="ja-JP" sz="1400" dirty="0" err="1">
                <a:solidFill>
                  <a:sysClr val="windowText" lastClr="000000"/>
                </a:solidFill>
              </a:rPr>
              <a:t>radiko</a:t>
            </a:r>
            <a:r>
              <a:rPr lang="ja-JP" altLang="en-US" sz="1400">
                <a:solidFill>
                  <a:sysClr val="windowText" lastClr="000000"/>
                </a:solidFill>
              </a:rPr>
              <a:t>プレミアムに</a:t>
            </a:r>
            <a:endParaRPr lang="en-US" altLang="ja-JP" sz="1400" dirty="0">
              <a:solidFill>
                <a:sysClr val="windowText" lastClr="000000"/>
              </a:solidFill>
            </a:endParaRPr>
          </a:p>
          <a:p>
            <a:pPr algn="ctr"/>
            <a:r>
              <a:rPr lang="ja-JP" altLang="en-US" sz="1400">
                <a:solidFill>
                  <a:sysClr val="windowText" lastClr="000000"/>
                </a:solidFill>
              </a:rPr>
              <a:t>入りました</a:t>
            </a:r>
            <a:endParaRPr lang="en-US" altLang="ja-JP" sz="1400" dirty="0">
              <a:solidFill>
                <a:sysClr val="windowText" lastClr="000000"/>
              </a:solidFill>
            </a:endParaRPr>
          </a:p>
        </p:txBody>
      </p:sp>
      <p:graphicFrame>
        <p:nvGraphicFramePr>
          <p:cNvPr id="19" name="表 24">
            <a:extLst>
              <a:ext uri="{FF2B5EF4-FFF2-40B4-BE49-F238E27FC236}">
                <a16:creationId xmlns:a16="http://schemas.microsoft.com/office/drawing/2014/main" id="{6F822DAA-F539-5472-4078-D52596BECF77}"/>
              </a:ext>
            </a:extLst>
          </p:cNvPr>
          <p:cNvGraphicFramePr>
            <a:graphicFrameLocks noGrp="1"/>
          </p:cNvGraphicFramePr>
          <p:nvPr>
            <p:extLst>
              <p:ext uri="{D42A27DB-BD31-4B8C-83A1-F6EECF244321}">
                <p14:modId xmlns:p14="http://schemas.microsoft.com/office/powerpoint/2010/main" val="4234434946"/>
              </p:ext>
            </p:extLst>
          </p:nvPr>
        </p:nvGraphicFramePr>
        <p:xfrm>
          <a:off x="4476911" y="499035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T0007</a:t>
                      </a:r>
                    </a:p>
                    <a:p>
                      <a:pPr algn="ctr"/>
                      <a:r>
                        <a:rPr kumimoji="1" lang="ja-JP" altLang="en-US" sz="1400" b="0">
                          <a:solidFill>
                            <a:schemeClr val="bg1"/>
                          </a:solidFill>
                        </a:rPr>
                        <a:t>岐阜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れいこ</a:t>
                      </a:r>
                      <a:endParaRPr lang="en-US" altLang="ja-JP" sz="14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20" name="表 24">
            <a:extLst>
              <a:ext uri="{FF2B5EF4-FFF2-40B4-BE49-F238E27FC236}">
                <a16:creationId xmlns:a16="http://schemas.microsoft.com/office/drawing/2014/main" id="{BEDA978F-14F7-F0A9-42C0-510A82BC5934}"/>
              </a:ext>
            </a:extLst>
          </p:cNvPr>
          <p:cNvGraphicFramePr>
            <a:graphicFrameLocks noGrp="1"/>
          </p:cNvGraphicFramePr>
          <p:nvPr>
            <p:extLst>
              <p:ext uri="{D42A27DB-BD31-4B8C-83A1-F6EECF244321}">
                <p14:modId xmlns:p14="http://schemas.microsoft.com/office/powerpoint/2010/main" val="3133325476"/>
              </p:ext>
            </p:extLst>
          </p:nvPr>
        </p:nvGraphicFramePr>
        <p:xfrm>
          <a:off x="4476911" y="574759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T0008</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はやと</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21" name="角丸四角形吹き出し 20">
            <a:extLst>
              <a:ext uri="{FF2B5EF4-FFF2-40B4-BE49-F238E27FC236}">
                <a16:creationId xmlns:a16="http://schemas.microsoft.com/office/drawing/2014/main" id="{AFBE8079-96FC-E6F9-7402-A3E29B8380AB}"/>
              </a:ext>
            </a:extLst>
          </p:cNvPr>
          <p:cNvSpPr/>
          <p:nvPr/>
        </p:nvSpPr>
        <p:spPr>
          <a:xfrm>
            <a:off x="537806" y="5704143"/>
            <a:ext cx="327812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採血失敗しがちな</a:t>
            </a:r>
            <a:r>
              <a:rPr lang="en-US" altLang="ja-JP" sz="1400" dirty="0">
                <a:solidFill>
                  <a:sysClr val="windowText" lastClr="000000"/>
                </a:solidFill>
              </a:rPr>
              <a:t>40</a:t>
            </a:r>
            <a:r>
              <a:rPr lang="ja-JP" altLang="en-US" sz="1400">
                <a:solidFill>
                  <a:sysClr val="windowText" lastClr="000000"/>
                </a:solidFill>
              </a:rPr>
              <a:t>代はやとです！</a:t>
            </a:r>
            <a:endParaRPr lang="en-US" altLang="ja-JP" sz="1400" dirty="0">
              <a:solidFill>
                <a:sysClr val="windowText" lastClr="000000"/>
              </a:solidFill>
            </a:endParaRPr>
          </a:p>
          <a:p>
            <a:pPr algn="ctr"/>
            <a:r>
              <a:rPr lang="ja-JP" altLang="en-US" sz="1400">
                <a:solidFill>
                  <a:sysClr val="windowText" lastClr="000000"/>
                </a:solidFill>
              </a:rPr>
              <a:t>採血する時お手伝いします！</a:t>
            </a:r>
            <a:endParaRPr lang="en-US" altLang="ja-JP" sz="1400" dirty="0">
              <a:solidFill>
                <a:sysClr val="windowText" lastClr="000000"/>
              </a:solidFill>
            </a:endParaRPr>
          </a:p>
        </p:txBody>
      </p:sp>
      <p:graphicFrame>
        <p:nvGraphicFramePr>
          <p:cNvPr id="22" name="表 24">
            <a:extLst>
              <a:ext uri="{FF2B5EF4-FFF2-40B4-BE49-F238E27FC236}">
                <a16:creationId xmlns:a16="http://schemas.microsoft.com/office/drawing/2014/main" id="{AFA2FF66-F767-9AF2-BEBC-4AAE3F2D7175}"/>
              </a:ext>
            </a:extLst>
          </p:cNvPr>
          <p:cNvGraphicFramePr>
            <a:graphicFrameLocks noGrp="1"/>
          </p:cNvGraphicFramePr>
          <p:nvPr>
            <p:extLst>
              <p:ext uri="{D42A27DB-BD31-4B8C-83A1-F6EECF244321}">
                <p14:modId xmlns:p14="http://schemas.microsoft.com/office/powerpoint/2010/main" val="1505395089"/>
              </p:ext>
            </p:extLst>
          </p:nvPr>
        </p:nvGraphicFramePr>
        <p:xfrm>
          <a:off x="4476911" y="650482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T0009</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ようこ</a:t>
                      </a:r>
                      <a:endParaRPr lang="en-US" altLang="ja-JP" sz="1400" b="0" dirty="0">
                        <a:solidFill>
                          <a:schemeClr val="tx1"/>
                        </a:solidFill>
                      </a:endParaRPr>
                    </a:p>
                    <a:p>
                      <a:pPr algn="ctr"/>
                      <a:r>
                        <a:rPr lang="en-US" altLang="ja-JP" sz="1400" b="0" dirty="0">
                          <a:solidFill>
                            <a:schemeClr val="tx1"/>
                          </a:solidFill>
                        </a:rPr>
                        <a:t>57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23" name="角丸四角形吹き出し 22">
            <a:extLst>
              <a:ext uri="{FF2B5EF4-FFF2-40B4-BE49-F238E27FC236}">
                <a16:creationId xmlns:a16="http://schemas.microsoft.com/office/drawing/2014/main" id="{965BE63E-8FB7-AC2D-7B7A-416ACBA22403}"/>
              </a:ext>
            </a:extLst>
          </p:cNvPr>
          <p:cNvSpPr/>
          <p:nvPr/>
        </p:nvSpPr>
        <p:spPr>
          <a:xfrm>
            <a:off x="537806" y="6471401"/>
            <a:ext cx="327812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母の名は和子、子供は寅年、劇場にはお一人様でひっそり行ってます</a:t>
            </a:r>
            <a:endParaRPr lang="en-US" altLang="ja-JP" sz="1400" dirty="0">
              <a:solidFill>
                <a:sysClr val="windowText" lastClr="000000"/>
              </a:solidFill>
            </a:endParaRPr>
          </a:p>
        </p:txBody>
      </p:sp>
      <p:graphicFrame>
        <p:nvGraphicFramePr>
          <p:cNvPr id="24" name="表 24">
            <a:extLst>
              <a:ext uri="{FF2B5EF4-FFF2-40B4-BE49-F238E27FC236}">
                <a16:creationId xmlns:a16="http://schemas.microsoft.com/office/drawing/2014/main" id="{89439775-1398-D2CF-4800-1103653397CD}"/>
              </a:ext>
            </a:extLst>
          </p:cNvPr>
          <p:cNvGraphicFramePr>
            <a:graphicFrameLocks noGrp="1"/>
          </p:cNvGraphicFramePr>
          <p:nvPr>
            <p:extLst>
              <p:ext uri="{D42A27DB-BD31-4B8C-83A1-F6EECF244321}">
                <p14:modId xmlns:p14="http://schemas.microsoft.com/office/powerpoint/2010/main" val="2357365748"/>
              </p:ext>
            </p:extLst>
          </p:nvPr>
        </p:nvGraphicFramePr>
        <p:xfrm>
          <a:off x="4476911" y="726206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T0010</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りょうこ</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25" name="角丸四角形吹き出し 24">
            <a:extLst>
              <a:ext uri="{FF2B5EF4-FFF2-40B4-BE49-F238E27FC236}">
                <a16:creationId xmlns:a16="http://schemas.microsoft.com/office/drawing/2014/main" id="{07995F9C-F082-2D4F-FF40-DFCAFF9FA9EC}"/>
              </a:ext>
            </a:extLst>
          </p:cNvPr>
          <p:cNvSpPr/>
          <p:nvPr/>
        </p:nvSpPr>
        <p:spPr>
          <a:xfrm>
            <a:off x="537806" y="7243334"/>
            <a:ext cx="327812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妹さちこ</a:t>
            </a:r>
            <a:r>
              <a:rPr lang="en-US" altLang="ja-JP" sz="1400" dirty="0">
                <a:solidFill>
                  <a:sysClr val="windowText" lastClr="000000"/>
                </a:solidFill>
              </a:rPr>
              <a:t>(</a:t>
            </a:r>
            <a:r>
              <a:rPr lang="ja-JP" altLang="en-US" sz="1400">
                <a:solidFill>
                  <a:sysClr val="windowText" lastClr="000000"/>
                </a:solidFill>
              </a:rPr>
              <a:t> </a:t>
            </a:r>
            <a:r>
              <a:rPr lang="en-US" altLang="ja-JP" sz="1400" dirty="0">
                <a:solidFill>
                  <a:sysClr val="windowText" lastClr="000000"/>
                </a:solidFill>
              </a:rPr>
              <a:t>T0011</a:t>
            </a:r>
            <a:r>
              <a:rPr lang="ja-JP" altLang="en-US" sz="1400">
                <a:solidFill>
                  <a:sysClr val="windowText" lastClr="000000"/>
                </a:solidFill>
              </a:rPr>
              <a:t> </a:t>
            </a:r>
            <a:r>
              <a:rPr lang="en-US" altLang="ja-JP" sz="1400" dirty="0">
                <a:solidFill>
                  <a:sysClr val="windowText" lastClr="000000"/>
                </a:solidFill>
              </a:rPr>
              <a:t>)</a:t>
            </a:r>
            <a:r>
              <a:rPr lang="ja-JP" altLang="en-US" sz="1400">
                <a:solidFill>
                  <a:sysClr val="windowText" lastClr="000000"/>
                </a:solidFill>
              </a:rPr>
              <a:t>と二人で</a:t>
            </a:r>
            <a:r>
              <a:rPr lang="en-US" altLang="ja-JP" sz="1400" dirty="0">
                <a:solidFill>
                  <a:sysClr val="windowText" lastClr="000000"/>
                </a:solidFill>
              </a:rPr>
              <a:t>30</a:t>
            </a:r>
            <a:r>
              <a:rPr lang="ja-JP" altLang="en-US" sz="1400">
                <a:solidFill>
                  <a:sysClr val="windowText" lastClr="000000"/>
                </a:solidFill>
              </a:rPr>
              <a:t>日の</a:t>
            </a:r>
            <a:endParaRPr lang="en-US" altLang="ja-JP" sz="1400" dirty="0">
              <a:solidFill>
                <a:sysClr val="windowText" lastClr="000000"/>
              </a:solidFill>
            </a:endParaRPr>
          </a:p>
          <a:p>
            <a:pPr algn="ctr"/>
            <a:r>
              <a:rPr lang="ja-JP" altLang="en-US" sz="1400">
                <a:solidFill>
                  <a:sysClr val="windowText" lastClr="000000"/>
                </a:solidFill>
              </a:rPr>
              <a:t>マンゲキ参戦いたします</a:t>
            </a:r>
            <a:endParaRPr lang="en-US" altLang="ja-JP" sz="1400" dirty="0">
              <a:solidFill>
                <a:sysClr val="windowText" lastClr="000000"/>
              </a:solidFill>
            </a:endParaRPr>
          </a:p>
        </p:txBody>
      </p:sp>
      <p:graphicFrame>
        <p:nvGraphicFramePr>
          <p:cNvPr id="26" name="表 24">
            <a:extLst>
              <a:ext uri="{FF2B5EF4-FFF2-40B4-BE49-F238E27FC236}">
                <a16:creationId xmlns:a16="http://schemas.microsoft.com/office/drawing/2014/main" id="{F2FDC717-2715-BD06-9CB8-07EC164AB63A}"/>
              </a:ext>
            </a:extLst>
          </p:cNvPr>
          <p:cNvGraphicFramePr>
            <a:graphicFrameLocks noGrp="1"/>
          </p:cNvGraphicFramePr>
          <p:nvPr>
            <p:extLst>
              <p:ext uri="{D42A27DB-BD31-4B8C-83A1-F6EECF244321}">
                <p14:modId xmlns:p14="http://schemas.microsoft.com/office/powerpoint/2010/main" val="2179548311"/>
              </p:ext>
            </p:extLst>
          </p:nvPr>
        </p:nvGraphicFramePr>
        <p:xfrm>
          <a:off x="4476911" y="801930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T0011</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さちこ</a:t>
                      </a:r>
                      <a:endParaRPr lang="en-US" altLang="ja-JP" sz="1400" b="0" dirty="0">
                        <a:solidFill>
                          <a:schemeClr val="tx1"/>
                        </a:solidFill>
                      </a:endParaRPr>
                    </a:p>
                    <a:p>
                      <a:pPr algn="ctr"/>
                      <a:r>
                        <a:rPr lang="en-US" altLang="ja-JP" sz="1400" b="0" dirty="0">
                          <a:solidFill>
                            <a:schemeClr val="tx1"/>
                          </a:solidFill>
                        </a:rPr>
                        <a:t>47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27" name="角丸四角形吹き出し 26">
            <a:extLst>
              <a:ext uri="{FF2B5EF4-FFF2-40B4-BE49-F238E27FC236}">
                <a16:creationId xmlns:a16="http://schemas.microsoft.com/office/drawing/2014/main" id="{7BBA77F5-CD5C-12FC-7315-D3D03C350871}"/>
              </a:ext>
            </a:extLst>
          </p:cNvPr>
          <p:cNvSpPr/>
          <p:nvPr/>
        </p:nvSpPr>
        <p:spPr>
          <a:xfrm>
            <a:off x="537798" y="7996200"/>
            <a:ext cx="3278128"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学習塾業をしています。中学生なら</a:t>
            </a:r>
            <a:endParaRPr lang="en-US" altLang="ja-JP" sz="1400" dirty="0">
              <a:solidFill>
                <a:sysClr val="windowText" lastClr="000000"/>
              </a:solidFill>
            </a:endParaRPr>
          </a:p>
          <a:p>
            <a:pPr algn="ctr"/>
            <a:r>
              <a:rPr lang="ja-JP" altLang="en-US" sz="1400">
                <a:solidFill>
                  <a:sysClr val="windowText" lastClr="000000"/>
                </a:solidFill>
              </a:rPr>
              <a:t>５教科全て指導できます</a:t>
            </a:r>
            <a:endParaRPr lang="en-US" altLang="ja-JP" sz="1400" dirty="0">
              <a:solidFill>
                <a:sysClr val="windowText" lastClr="000000"/>
              </a:solidFill>
            </a:endParaRPr>
          </a:p>
        </p:txBody>
      </p:sp>
      <p:graphicFrame>
        <p:nvGraphicFramePr>
          <p:cNvPr id="28" name="表 24">
            <a:extLst>
              <a:ext uri="{FF2B5EF4-FFF2-40B4-BE49-F238E27FC236}">
                <a16:creationId xmlns:a16="http://schemas.microsoft.com/office/drawing/2014/main" id="{3A5A067B-0599-66B1-1BDF-F665E68C549A}"/>
              </a:ext>
            </a:extLst>
          </p:cNvPr>
          <p:cNvGraphicFramePr>
            <a:graphicFrameLocks noGrp="1"/>
          </p:cNvGraphicFramePr>
          <p:nvPr>
            <p:extLst>
              <p:ext uri="{D42A27DB-BD31-4B8C-83A1-F6EECF244321}">
                <p14:modId xmlns:p14="http://schemas.microsoft.com/office/powerpoint/2010/main" val="879453962"/>
              </p:ext>
            </p:extLst>
          </p:nvPr>
        </p:nvGraphicFramePr>
        <p:xfrm>
          <a:off x="4476911" y="120417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T0002</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かずおの息子</a:t>
                      </a:r>
                      <a:endParaRPr lang="en-US" altLang="ja-JP" sz="1400" b="0" dirty="0">
                        <a:solidFill>
                          <a:schemeClr val="tx1"/>
                        </a:solidFill>
                      </a:endParaRPr>
                    </a:p>
                    <a:p>
                      <a:pPr algn="ctr"/>
                      <a:r>
                        <a:rPr lang="en-US" altLang="ja-JP" sz="1400" b="0" dirty="0">
                          <a:solidFill>
                            <a:schemeClr val="tx1"/>
                          </a:solidFill>
                        </a:rPr>
                        <a:t>38</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29" name="角丸四角形吹き出し 28">
            <a:extLst>
              <a:ext uri="{FF2B5EF4-FFF2-40B4-BE49-F238E27FC236}">
                <a16:creationId xmlns:a16="http://schemas.microsoft.com/office/drawing/2014/main" id="{1B6F7FF3-5D83-9FC2-E30D-F1FBF9F531A3}"/>
              </a:ext>
            </a:extLst>
          </p:cNvPr>
          <p:cNvSpPr/>
          <p:nvPr/>
        </p:nvSpPr>
        <p:spPr>
          <a:xfrm>
            <a:off x="537798" y="1180864"/>
            <a:ext cx="3364190"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ギターとウサギと英語が好き</a:t>
            </a:r>
            <a:endParaRPr lang="en-US" altLang="ja-JP" sz="1400" dirty="0">
              <a:solidFill>
                <a:sysClr val="windowText" lastClr="000000"/>
              </a:solidFill>
            </a:endParaRPr>
          </a:p>
        </p:txBody>
      </p:sp>
      <p:graphicFrame>
        <p:nvGraphicFramePr>
          <p:cNvPr id="47" name="表 24">
            <a:extLst>
              <a:ext uri="{FF2B5EF4-FFF2-40B4-BE49-F238E27FC236}">
                <a16:creationId xmlns:a16="http://schemas.microsoft.com/office/drawing/2014/main" id="{D351ECAA-6EAA-99D4-5BE1-3F6C1D6BDBE6}"/>
              </a:ext>
            </a:extLst>
          </p:cNvPr>
          <p:cNvGraphicFramePr>
            <a:graphicFrameLocks noGrp="1"/>
          </p:cNvGraphicFramePr>
          <p:nvPr>
            <p:extLst>
              <p:ext uri="{D42A27DB-BD31-4B8C-83A1-F6EECF244321}">
                <p14:modId xmlns:p14="http://schemas.microsoft.com/office/powerpoint/2010/main" val="1772031894"/>
              </p:ext>
            </p:extLst>
          </p:nvPr>
        </p:nvGraphicFramePr>
        <p:xfrm>
          <a:off x="4476911" y="877653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T0012</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けいぞう</a:t>
                      </a:r>
                      <a:endParaRPr lang="en-US" altLang="ja-JP" sz="1400" b="0" dirty="0">
                        <a:solidFill>
                          <a:schemeClr val="tx1"/>
                        </a:solidFill>
                      </a:endParaRPr>
                    </a:p>
                    <a:p>
                      <a:pPr algn="ctr"/>
                      <a:r>
                        <a:rPr lang="en-US" altLang="ja-JP" sz="1400" b="0" dirty="0">
                          <a:solidFill>
                            <a:schemeClr val="tx1"/>
                          </a:solidFill>
                        </a:rPr>
                        <a:t>48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8" name="角丸四角形吹き出し 47">
            <a:extLst>
              <a:ext uri="{FF2B5EF4-FFF2-40B4-BE49-F238E27FC236}">
                <a16:creationId xmlns:a16="http://schemas.microsoft.com/office/drawing/2014/main" id="{69ED7E64-02C0-AE49-01DA-DB1A5E0DD467}"/>
              </a:ext>
            </a:extLst>
          </p:cNvPr>
          <p:cNvSpPr/>
          <p:nvPr/>
        </p:nvSpPr>
        <p:spPr>
          <a:xfrm>
            <a:off x="537798" y="8792904"/>
            <a:ext cx="3278128"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ミルクボーイさんの</a:t>
            </a:r>
            <a:r>
              <a:rPr lang="hr-HR" altLang="ja-JP" sz="1400" dirty="0">
                <a:solidFill>
                  <a:sysClr val="windowText" lastClr="000000"/>
                </a:solidFill>
              </a:rPr>
              <a:t>YouTube</a:t>
            </a:r>
            <a:r>
              <a:rPr lang="ja-JP" altLang="en-US" sz="1400">
                <a:solidFill>
                  <a:sysClr val="windowText" lastClr="000000"/>
                </a:solidFill>
              </a:rPr>
              <a:t>登録者数</a:t>
            </a:r>
            <a:r>
              <a:rPr lang="en-US" altLang="ja-JP" sz="1400" dirty="0">
                <a:solidFill>
                  <a:sysClr val="windowText" lastClr="000000"/>
                </a:solidFill>
              </a:rPr>
              <a:t>300</a:t>
            </a:r>
            <a:r>
              <a:rPr lang="ja-JP" altLang="en-US" sz="1400">
                <a:solidFill>
                  <a:sysClr val="windowText" lastClr="000000"/>
                </a:solidFill>
              </a:rPr>
              <a:t>人くらいの頃からのファンです</a:t>
            </a:r>
            <a:endParaRPr lang="en-US" altLang="ja-JP" sz="1400" dirty="0">
              <a:solidFill>
                <a:sysClr val="windowText" lastClr="000000"/>
              </a:solidFill>
            </a:endParaRPr>
          </a:p>
        </p:txBody>
      </p:sp>
      <p:sp>
        <p:nvSpPr>
          <p:cNvPr id="50" name="角丸四角形吹き出し 49">
            <a:extLst>
              <a:ext uri="{FF2B5EF4-FFF2-40B4-BE49-F238E27FC236}">
                <a16:creationId xmlns:a16="http://schemas.microsoft.com/office/drawing/2014/main" id="{1181A2D9-CF01-B4E8-253B-F4F09D839937}"/>
              </a:ext>
            </a:extLst>
          </p:cNvPr>
          <p:cNvSpPr/>
          <p:nvPr/>
        </p:nvSpPr>
        <p:spPr>
          <a:xfrm>
            <a:off x="554620" y="10237263"/>
            <a:ext cx="3246959" cy="523220"/>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ネイリストなので皆さんのお爪に</a:t>
            </a:r>
            <a:endParaRPr lang="en-US" altLang="ja-JP" sz="1400" dirty="0">
              <a:solidFill>
                <a:sysClr val="windowText" lastClr="000000"/>
              </a:solidFill>
            </a:endParaRPr>
          </a:p>
          <a:p>
            <a:pPr algn="ctr"/>
            <a:r>
              <a:rPr lang="ja-JP" altLang="en-US" sz="1400">
                <a:solidFill>
                  <a:sysClr val="windowText" lastClr="000000"/>
                </a:solidFill>
              </a:rPr>
              <a:t>家紋を入れたりキラキラにできます</a:t>
            </a:r>
          </a:p>
        </p:txBody>
      </p:sp>
      <p:graphicFrame>
        <p:nvGraphicFramePr>
          <p:cNvPr id="51" name="表 24">
            <a:extLst>
              <a:ext uri="{FF2B5EF4-FFF2-40B4-BE49-F238E27FC236}">
                <a16:creationId xmlns:a16="http://schemas.microsoft.com/office/drawing/2014/main" id="{FD0B2BEA-F3E4-632E-AD51-063A5230DC40}"/>
              </a:ext>
            </a:extLst>
          </p:cNvPr>
          <p:cNvGraphicFramePr>
            <a:graphicFrameLocks noGrp="1"/>
          </p:cNvGraphicFramePr>
          <p:nvPr>
            <p:extLst>
              <p:ext uri="{D42A27DB-BD31-4B8C-83A1-F6EECF244321}">
                <p14:modId xmlns:p14="http://schemas.microsoft.com/office/powerpoint/2010/main" val="594580599"/>
              </p:ext>
            </p:extLst>
          </p:nvPr>
        </p:nvGraphicFramePr>
        <p:xfrm>
          <a:off x="4476911" y="1029100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117057">
                <a:tc>
                  <a:txBody>
                    <a:bodyPr/>
                    <a:lstStyle/>
                    <a:p>
                      <a:pPr algn="ctr"/>
                      <a:r>
                        <a:rPr kumimoji="1" lang="en-US" altLang="ja-JP" sz="1400" b="0" dirty="0">
                          <a:solidFill>
                            <a:schemeClr val="tx1"/>
                          </a:solidFill>
                        </a:rPr>
                        <a:t>T0014</a:t>
                      </a:r>
                    </a:p>
                    <a:p>
                      <a:pPr algn="ctr"/>
                      <a:r>
                        <a:rPr kumimoji="1" lang="ja-JP" altLang="en-US" sz="1400" b="0">
                          <a:solidFill>
                            <a:schemeClr val="tx1"/>
                          </a:solidFill>
                        </a:rPr>
                        <a:t>奈良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F"/>
                    </a:solidFill>
                  </a:tcPr>
                </a:tc>
                <a:tc>
                  <a:txBody>
                    <a:bodyPr/>
                    <a:lstStyle/>
                    <a:p>
                      <a:pPr algn="ctr"/>
                      <a:r>
                        <a:rPr lang="ja-JP" altLang="en-US" sz="1400" b="0">
                          <a:solidFill>
                            <a:schemeClr val="tx1"/>
                          </a:solidFill>
                        </a:rPr>
                        <a:t>まゆみ</a:t>
                      </a:r>
                      <a:endParaRPr lang="en-US" altLang="ja-JP" sz="1400" b="0" dirty="0">
                        <a:solidFill>
                          <a:schemeClr val="tx1"/>
                        </a:solidFill>
                      </a:endParaRPr>
                    </a:p>
                    <a:p>
                      <a:pPr algn="ctr"/>
                      <a:r>
                        <a:rPr lang="en-US" altLang="ja-JP" sz="1400" b="0" dirty="0">
                          <a:solidFill>
                            <a:schemeClr val="tx1"/>
                          </a:solidFill>
                        </a:rPr>
                        <a:t>48</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2" name="角丸四角形吹き出し 51">
            <a:extLst>
              <a:ext uri="{FF2B5EF4-FFF2-40B4-BE49-F238E27FC236}">
                <a16:creationId xmlns:a16="http://schemas.microsoft.com/office/drawing/2014/main" id="{C2268C5E-13FF-4775-4417-636E78413599}"/>
              </a:ext>
            </a:extLst>
          </p:cNvPr>
          <p:cNvSpPr/>
          <p:nvPr/>
        </p:nvSpPr>
        <p:spPr>
          <a:xfrm>
            <a:off x="554620" y="10978093"/>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大きいお口で沢山食べます。お野菜</a:t>
            </a:r>
            <a:endParaRPr lang="en-US" altLang="ja-JP" sz="1400" dirty="0">
              <a:solidFill>
                <a:sysClr val="windowText" lastClr="000000"/>
              </a:solidFill>
            </a:endParaRPr>
          </a:p>
          <a:p>
            <a:pPr algn="ctr"/>
            <a:r>
              <a:rPr lang="ja-JP" altLang="en-US" sz="1400">
                <a:solidFill>
                  <a:sysClr val="windowText" lastClr="000000"/>
                </a:solidFill>
              </a:rPr>
              <a:t>大好きです。あと笑い声がでかいです</a:t>
            </a:r>
            <a:endParaRPr lang="en-US" altLang="ja-JP" sz="1400" dirty="0">
              <a:solidFill>
                <a:sysClr val="windowText" lastClr="000000"/>
              </a:solidFill>
            </a:endParaRPr>
          </a:p>
        </p:txBody>
      </p:sp>
      <p:graphicFrame>
        <p:nvGraphicFramePr>
          <p:cNvPr id="53" name="表 24">
            <a:extLst>
              <a:ext uri="{FF2B5EF4-FFF2-40B4-BE49-F238E27FC236}">
                <a16:creationId xmlns:a16="http://schemas.microsoft.com/office/drawing/2014/main" id="{F36D01BB-5F99-239E-1148-0CE7EC6611B7}"/>
              </a:ext>
            </a:extLst>
          </p:cNvPr>
          <p:cNvGraphicFramePr>
            <a:graphicFrameLocks noGrp="1"/>
          </p:cNvGraphicFramePr>
          <p:nvPr>
            <p:extLst>
              <p:ext uri="{D42A27DB-BD31-4B8C-83A1-F6EECF244321}">
                <p14:modId xmlns:p14="http://schemas.microsoft.com/office/powerpoint/2010/main" val="891534455"/>
              </p:ext>
            </p:extLst>
          </p:nvPr>
        </p:nvGraphicFramePr>
        <p:xfrm>
          <a:off x="4476911" y="1104824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T0015</a:t>
                      </a:r>
                      <a:r>
                        <a:rPr kumimoji="1" lang="ja-JP" altLang="en-US" sz="1400" b="0">
                          <a:solidFill>
                            <a:schemeClr val="tx1"/>
                          </a:solidFill>
                        </a:rPr>
                        <a:t>兵庫</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れいこ</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4" name="角丸四角形吹き出し 53">
            <a:extLst>
              <a:ext uri="{FF2B5EF4-FFF2-40B4-BE49-F238E27FC236}">
                <a16:creationId xmlns:a16="http://schemas.microsoft.com/office/drawing/2014/main" id="{05B509E0-2AD3-0A9B-917D-EB44A1479AAF}"/>
              </a:ext>
            </a:extLst>
          </p:cNvPr>
          <p:cNvSpPr/>
          <p:nvPr/>
        </p:nvSpPr>
        <p:spPr>
          <a:xfrm>
            <a:off x="554620" y="11801142"/>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普段は主婦とプログラマーを</a:t>
            </a:r>
            <a:endParaRPr lang="en-US" altLang="ja-JP" sz="1400" dirty="0">
              <a:solidFill>
                <a:sysClr val="windowText" lastClr="000000"/>
              </a:solidFill>
            </a:endParaRPr>
          </a:p>
          <a:p>
            <a:pPr algn="ctr"/>
            <a:r>
              <a:rPr lang="ja-JP" altLang="en-US" sz="1400">
                <a:solidFill>
                  <a:sysClr val="windowText" lastClr="000000"/>
                </a:solidFill>
              </a:rPr>
              <a:t>しています。刺繍とか得意です</a:t>
            </a:r>
            <a:endParaRPr lang="en-US" altLang="ja-JP" sz="1400" dirty="0">
              <a:solidFill>
                <a:sysClr val="windowText" lastClr="000000"/>
              </a:solidFill>
            </a:endParaRPr>
          </a:p>
        </p:txBody>
      </p:sp>
      <p:graphicFrame>
        <p:nvGraphicFramePr>
          <p:cNvPr id="55" name="表 24">
            <a:extLst>
              <a:ext uri="{FF2B5EF4-FFF2-40B4-BE49-F238E27FC236}">
                <a16:creationId xmlns:a16="http://schemas.microsoft.com/office/drawing/2014/main" id="{AD6C6829-CB08-D7A9-7129-8302FE70E902}"/>
              </a:ext>
            </a:extLst>
          </p:cNvPr>
          <p:cNvGraphicFramePr>
            <a:graphicFrameLocks noGrp="1"/>
          </p:cNvGraphicFramePr>
          <p:nvPr>
            <p:extLst>
              <p:ext uri="{D42A27DB-BD31-4B8C-83A1-F6EECF244321}">
                <p14:modId xmlns:p14="http://schemas.microsoft.com/office/powerpoint/2010/main" val="491235346"/>
              </p:ext>
            </p:extLst>
          </p:nvPr>
        </p:nvGraphicFramePr>
        <p:xfrm>
          <a:off x="4476911" y="1180548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T0016</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かおり</a:t>
                      </a:r>
                      <a:endParaRPr lang="en-US" altLang="ja-JP" sz="1400" b="0" dirty="0">
                        <a:solidFill>
                          <a:schemeClr val="tx1"/>
                        </a:solidFill>
                      </a:endParaRPr>
                    </a:p>
                    <a:p>
                      <a:pPr algn="ctr"/>
                      <a:r>
                        <a:rPr lang="en-US" altLang="ja-JP" sz="1400" b="0" dirty="0">
                          <a:solidFill>
                            <a:schemeClr val="tx1"/>
                          </a:solidFill>
                        </a:rPr>
                        <a:t>45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6" name="角丸四角形吹き出し 55">
            <a:extLst>
              <a:ext uri="{FF2B5EF4-FFF2-40B4-BE49-F238E27FC236}">
                <a16:creationId xmlns:a16="http://schemas.microsoft.com/office/drawing/2014/main" id="{5BAFDF7F-65DA-9302-C43D-396CF5E4E4D1}"/>
              </a:ext>
            </a:extLst>
          </p:cNvPr>
          <p:cNvSpPr/>
          <p:nvPr/>
        </p:nvSpPr>
        <p:spPr>
          <a:xfrm>
            <a:off x="587502" y="12575036"/>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特技はお菓子作りです</a:t>
            </a:r>
            <a:endParaRPr lang="en-US" altLang="ja-JP" sz="1400" dirty="0">
              <a:solidFill>
                <a:sysClr val="windowText" lastClr="000000"/>
              </a:solidFill>
            </a:endParaRPr>
          </a:p>
          <a:p>
            <a:pPr algn="ctr"/>
            <a:r>
              <a:rPr lang="ja-JP" altLang="en-US" sz="1400">
                <a:solidFill>
                  <a:sysClr val="windowText" lastClr="000000"/>
                </a:solidFill>
              </a:rPr>
              <a:t>遠征の際にはお任せください</a:t>
            </a:r>
            <a:endParaRPr lang="en-US" altLang="ja-JP" sz="1400" dirty="0">
              <a:solidFill>
                <a:sysClr val="windowText" lastClr="000000"/>
              </a:solidFill>
            </a:endParaRPr>
          </a:p>
        </p:txBody>
      </p:sp>
      <p:graphicFrame>
        <p:nvGraphicFramePr>
          <p:cNvPr id="57" name="表 24">
            <a:extLst>
              <a:ext uri="{FF2B5EF4-FFF2-40B4-BE49-F238E27FC236}">
                <a16:creationId xmlns:a16="http://schemas.microsoft.com/office/drawing/2014/main" id="{05C62D6C-A129-6436-E182-D6C5B7FF4178}"/>
              </a:ext>
            </a:extLst>
          </p:cNvPr>
          <p:cNvGraphicFramePr>
            <a:graphicFrameLocks noGrp="1"/>
          </p:cNvGraphicFramePr>
          <p:nvPr>
            <p:extLst>
              <p:ext uri="{D42A27DB-BD31-4B8C-83A1-F6EECF244321}">
                <p14:modId xmlns:p14="http://schemas.microsoft.com/office/powerpoint/2010/main" val="2705038960"/>
              </p:ext>
            </p:extLst>
          </p:nvPr>
        </p:nvGraphicFramePr>
        <p:xfrm>
          <a:off x="4476911" y="1255526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T0017</a:t>
                      </a:r>
                    </a:p>
                    <a:p>
                      <a:pPr algn="ctr"/>
                      <a:r>
                        <a:rPr kumimoji="1" lang="ja-JP" altLang="en-US" sz="1400" b="0">
                          <a:solidFill>
                            <a:schemeClr val="bg1"/>
                          </a:solidFill>
                        </a:rPr>
                        <a:t>愛知</a:t>
                      </a:r>
                      <a:endParaRPr kumimoji="1" lang="en-US" altLang="ja-JP" sz="1400" b="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まゆみ</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58" name="角丸四角形吹き出し 57">
            <a:extLst>
              <a:ext uri="{FF2B5EF4-FFF2-40B4-BE49-F238E27FC236}">
                <a16:creationId xmlns:a16="http://schemas.microsoft.com/office/drawing/2014/main" id="{B62D9E9F-8992-EFE8-11CA-1128B0DCD402}"/>
              </a:ext>
            </a:extLst>
          </p:cNvPr>
          <p:cNvSpPr/>
          <p:nvPr/>
        </p:nvSpPr>
        <p:spPr>
          <a:xfrm>
            <a:off x="576674" y="13341690"/>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皆さんが食べられたお菓子やお弁当のゴミ回収係としてお役に立てれば</a:t>
            </a:r>
            <a:endParaRPr lang="en-US" altLang="ja-JP" sz="1400" dirty="0">
              <a:solidFill>
                <a:sysClr val="windowText" lastClr="000000"/>
              </a:solidFill>
            </a:endParaRPr>
          </a:p>
        </p:txBody>
      </p:sp>
      <p:graphicFrame>
        <p:nvGraphicFramePr>
          <p:cNvPr id="59" name="表 24">
            <a:extLst>
              <a:ext uri="{FF2B5EF4-FFF2-40B4-BE49-F238E27FC236}">
                <a16:creationId xmlns:a16="http://schemas.microsoft.com/office/drawing/2014/main" id="{35654318-6114-514F-594B-10294F6D9CE9}"/>
              </a:ext>
            </a:extLst>
          </p:cNvPr>
          <p:cNvGraphicFramePr>
            <a:graphicFrameLocks noGrp="1"/>
          </p:cNvGraphicFramePr>
          <p:nvPr>
            <p:extLst>
              <p:ext uri="{D42A27DB-BD31-4B8C-83A1-F6EECF244321}">
                <p14:modId xmlns:p14="http://schemas.microsoft.com/office/powerpoint/2010/main" val="856882466"/>
              </p:ext>
            </p:extLst>
          </p:nvPr>
        </p:nvGraphicFramePr>
        <p:xfrm>
          <a:off x="4466083" y="13335478"/>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T0018</a:t>
                      </a:r>
                    </a:p>
                    <a:p>
                      <a:pPr algn="ctr"/>
                      <a:r>
                        <a:rPr kumimoji="1" lang="ja-JP" altLang="en-US" sz="1400" b="0">
                          <a:solidFill>
                            <a:schemeClr val="tx1"/>
                          </a:solidFill>
                        </a:rPr>
                        <a:t>茨木市</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もとこ</a:t>
                      </a:r>
                      <a:endParaRPr lang="en-US" altLang="ja-JP" sz="1400" b="0" dirty="0">
                        <a:solidFill>
                          <a:schemeClr val="tx1"/>
                        </a:solidFill>
                      </a:endParaRPr>
                    </a:p>
                    <a:p>
                      <a:pPr algn="ctr"/>
                      <a:r>
                        <a:rPr lang="en-US" altLang="ja-JP" sz="1400" b="0" dirty="0">
                          <a:solidFill>
                            <a:schemeClr val="tx1"/>
                          </a:solidFill>
                        </a:rPr>
                        <a:t>58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60" name="表 24">
            <a:extLst>
              <a:ext uri="{FF2B5EF4-FFF2-40B4-BE49-F238E27FC236}">
                <a16:creationId xmlns:a16="http://schemas.microsoft.com/office/drawing/2014/main" id="{8C61F645-6B3C-1EFA-7EF5-A61F238370CF}"/>
              </a:ext>
            </a:extLst>
          </p:cNvPr>
          <p:cNvGraphicFramePr>
            <a:graphicFrameLocks noGrp="1"/>
          </p:cNvGraphicFramePr>
          <p:nvPr>
            <p:extLst>
              <p:ext uri="{D42A27DB-BD31-4B8C-83A1-F6EECF244321}">
                <p14:modId xmlns:p14="http://schemas.microsoft.com/office/powerpoint/2010/main" val="153078455"/>
              </p:ext>
            </p:extLst>
          </p:nvPr>
        </p:nvGraphicFramePr>
        <p:xfrm>
          <a:off x="4437913" y="1405314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T0019</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まさみ</a:t>
                      </a:r>
                      <a:endParaRPr lang="en-US" altLang="ja-JP" sz="1400" b="0" dirty="0">
                        <a:solidFill>
                          <a:schemeClr val="tx1"/>
                        </a:solidFill>
                      </a:endParaRPr>
                    </a:p>
                    <a:p>
                      <a:pPr algn="ctr"/>
                      <a:r>
                        <a:rPr lang="en-US" altLang="ja-JP" sz="1400" b="0" dirty="0">
                          <a:solidFill>
                            <a:schemeClr val="tx1"/>
                          </a:solidFill>
                        </a:rPr>
                        <a:t>57</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61" name="角丸四角形吹き出し 60">
            <a:extLst>
              <a:ext uri="{FF2B5EF4-FFF2-40B4-BE49-F238E27FC236}">
                <a16:creationId xmlns:a16="http://schemas.microsoft.com/office/drawing/2014/main" id="{A5633E86-534D-4AC4-9A38-2C8A0F8E9AD8}"/>
              </a:ext>
            </a:extLst>
          </p:cNvPr>
          <p:cNvSpPr/>
          <p:nvPr/>
        </p:nvSpPr>
        <p:spPr>
          <a:xfrm>
            <a:off x="548504" y="14050446"/>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無口なファンです。迷子を出さない様一番後ろの見守り引率なら出来ます</a:t>
            </a:r>
            <a:endParaRPr lang="en-US" altLang="ja-JP" sz="1400" dirty="0">
              <a:solidFill>
                <a:sysClr val="windowText" lastClr="000000"/>
              </a:solidFill>
            </a:endParaRPr>
          </a:p>
        </p:txBody>
      </p:sp>
      <p:graphicFrame>
        <p:nvGraphicFramePr>
          <p:cNvPr id="62" name="表 24">
            <a:extLst>
              <a:ext uri="{FF2B5EF4-FFF2-40B4-BE49-F238E27FC236}">
                <a16:creationId xmlns:a16="http://schemas.microsoft.com/office/drawing/2014/main" id="{0A218331-19E1-ED24-4964-30A5E1EB207F}"/>
              </a:ext>
            </a:extLst>
          </p:cNvPr>
          <p:cNvGraphicFramePr>
            <a:graphicFrameLocks noGrp="1"/>
          </p:cNvGraphicFramePr>
          <p:nvPr>
            <p:extLst>
              <p:ext uri="{D42A27DB-BD31-4B8C-83A1-F6EECF244321}">
                <p14:modId xmlns:p14="http://schemas.microsoft.com/office/powerpoint/2010/main" val="641738440"/>
              </p:ext>
            </p:extLst>
          </p:nvPr>
        </p:nvGraphicFramePr>
        <p:xfrm>
          <a:off x="4437913" y="1483844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T0020</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のりこ</a:t>
                      </a:r>
                      <a:endParaRPr lang="en-US" altLang="ja-JP" sz="1400" b="0" dirty="0">
                        <a:solidFill>
                          <a:schemeClr val="tx1"/>
                        </a:solidFill>
                      </a:endParaRPr>
                    </a:p>
                    <a:p>
                      <a:pPr algn="ctr"/>
                      <a:r>
                        <a:rPr lang="en-US" altLang="ja-JP" sz="1400" b="0" dirty="0">
                          <a:solidFill>
                            <a:schemeClr val="tx1"/>
                          </a:solidFill>
                        </a:rPr>
                        <a:t>66</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63" name="角丸四角形吹き出し 62">
            <a:extLst>
              <a:ext uri="{FF2B5EF4-FFF2-40B4-BE49-F238E27FC236}">
                <a16:creationId xmlns:a16="http://schemas.microsoft.com/office/drawing/2014/main" id="{24179F34-2EBA-BCA1-7081-8039271C8F14}"/>
              </a:ext>
            </a:extLst>
          </p:cNvPr>
          <p:cNvSpPr/>
          <p:nvPr/>
        </p:nvSpPr>
        <p:spPr>
          <a:xfrm>
            <a:off x="548504" y="14781642"/>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初めての劇場でドキドキですが、</a:t>
            </a:r>
            <a:endParaRPr lang="en-US" altLang="ja-JP" sz="1400" dirty="0">
              <a:solidFill>
                <a:sysClr val="windowText" lastClr="000000"/>
              </a:solidFill>
            </a:endParaRPr>
          </a:p>
          <a:p>
            <a:pPr algn="ctr"/>
            <a:r>
              <a:rPr lang="ja-JP" altLang="en-US" sz="1400">
                <a:solidFill>
                  <a:sysClr val="windowText" lastClr="000000"/>
                </a:solidFill>
              </a:rPr>
              <a:t>こんなんぼあってもええですからね</a:t>
            </a:r>
            <a:endParaRPr lang="en-US" altLang="ja-JP" sz="1400" dirty="0">
              <a:solidFill>
                <a:sysClr val="windowText" lastClr="000000"/>
              </a:solidFill>
            </a:endParaRPr>
          </a:p>
        </p:txBody>
      </p:sp>
      <p:graphicFrame>
        <p:nvGraphicFramePr>
          <p:cNvPr id="64" name="表 24">
            <a:extLst>
              <a:ext uri="{FF2B5EF4-FFF2-40B4-BE49-F238E27FC236}">
                <a16:creationId xmlns:a16="http://schemas.microsoft.com/office/drawing/2014/main" id="{52BB0E77-F1D5-4722-9B03-3D623F7D1BB8}"/>
              </a:ext>
            </a:extLst>
          </p:cNvPr>
          <p:cNvGraphicFramePr>
            <a:graphicFrameLocks noGrp="1"/>
          </p:cNvGraphicFramePr>
          <p:nvPr>
            <p:extLst>
              <p:ext uri="{D42A27DB-BD31-4B8C-83A1-F6EECF244321}">
                <p14:modId xmlns:p14="http://schemas.microsoft.com/office/powerpoint/2010/main" val="869133688"/>
              </p:ext>
            </p:extLst>
          </p:nvPr>
        </p:nvGraphicFramePr>
        <p:xfrm>
          <a:off x="4437913" y="15575669"/>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T0021</a:t>
                      </a:r>
                    </a:p>
                    <a:p>
                      <a:pPr algn="ctr"/>
                      <a:r>
                        <a:rPr kumimoji="1" lang="ja-JP" altLang="en-US" sz="1400" b="0">
                          <a:solidFill>
                            <a:schemeClr val="tx1"/>
                          </a:solidFill>
                        </a:rPr>
                        <a:t>大阪市</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しほ</a:t>
                      </a:r>
                      <a:endParaRPr lang="en-US" altLang="ja-JP" sz="1400" b="0" dirty="0">
                        <a:solidFill>
                          <a:schemeClr val="tx1"/>
                        </a:solidFill>
                      </a:endParaRPr>
                    </a:p>
                    <a:p>
                      <a:pPr algn="ctr"/>
                      <a:r>
                        <a:rPr lang="en-US" altLang="ja-JP" sz="1400" b="0" dirty="0">
                          <a:solidFill>
                            <a:schemeClr val="tx1"/>
                          </a:solidFill>
                        </a:rPr>
                        <a:t>55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65" name="角丸四角形吹き出し 64">
            <a:extLst>
              <a:ext uri="{FF2B5EF4-FFF2-40B4-BE49-F238E27FC236}">
                <a16:creationId xmlns:a16="http://schemas.microsoft.com/office/drawing/2014/main" id="{BBC55944-68BA-1296-AE10-449A301A5635}"/>
              </a:ext>
            </a:extLst>
          </p:cNvPr>
          <p:cNvSpPr/>
          <p:nvPr/>
        </p:nvSpPr>
        <p:spPr>
          <a:xfrm>
            <a:off x="548504" y="15534357"/>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ysClr val="windowText" lastClr="000000"/>
                </a:solidFill>
              </a:rPr>
              <a:t>30</a:t>
            </a:r>
            <a:r>
              <a:rPr lang="ja-JP" altLang="en-US" sz="1400">
                <a:solidFill>
                  <a:sysClr val="windowText" lastClr="000000"/>
                </a:solidFill>
              </a:rPr>
              <a:t>日のチケットゲットしました</a:t>
            </a:r>
            <a:endParaRPr lang="en-US" altLang="ja-JP" sz="1400" dirty="0">
              <a:solidFill>
                <a:sysClr val="windowText" lastClr="000000"/>
              </a:solidFill>
            </a:endParaRPr>
          </a:p>
        </p:txBody>
      </p:sp>
      <p:graphicFrame>
        <p:nvGraphicFramePr>
          <p:cNvPr id="66" name="表 24">
            <a:extLst>
              <a:ext uri="{FF2B5EF4-FFF2-40B4-BE49-F238E27FC236}">
                <a16:creationId xmlns:a16="http://schemas.microsoft.com/office/drawing/2014/main" id="{35B07DB3-0E20-941E-F8DA-21F4702C0456}"/>
              </a:ext>
            </a:extLst>
          </p:cNvPr>
          <p:cNvGraphicFramePr>
            <a:graphicFrameLocks noGrp="1"/>
          </p:cNvGraphicFramePr>
          <p:nvPr>
            <p:extLst>
              <p:ext uri="{D42A27DB-BD31-4B8C-83A1-F6EECF244321}">
                <p14:modId xmlns:p14="http://schemas.microsoft.com/office/powerpoint/2010/main" val="2487876346"/>
              </p:ext>
            </p:extLst>
          </p:nvPr>
        </p:nvGraphicFramePr>
        <p:xfrm>
          <a:off x="4437913" y="1631505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T0022</a:t>
                      </a:r>
                    </a:p>
                    <a:p>
                      <a:pPr algn="ctr"/>
                      <a:r>
                        <a:rPr kumimoji="1" lang="ja-JP" altLang="en-US" sz="1400" b="0">
                          <a:solidFill>
                            <a:schemeClr val="tx1"/>
                          </a:solidFill>
                        </a:rPr>
                        <a:t>北海道</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かずたか</a:t>
                      </a:r>
                      <a:endParaRPr lang="en-US" altLang="ja-JP" sz="1400" b="0" dirty="0">
                        <a:solidFill>
                          <a:schemeClr val="tx1"/>
                        </a:solidFill>
                      </a:endParaRPr>
                    </a:p>
                    <a:p>
                      <a:pPr algn="ctr"/>
                      <a:r>
                        <a:rPr lang="en-US" altLang="ja-JP" sz="1400" b="0" dirty="0">
                          <a:solidFill>
                            <a:schemeClr val="tx1"/>
                          </a:solidFill>
                        </a:rPr>
                        <a:t>40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67" name="角丸四角形吹き出し 66">
            <a:extLst>
              <a:ext uri="{FF2B5EF4-FFF2-40B4-BE49-F238E27FC236}">
                <a16:creationId xmlns:a16="http://schemas.microsoft.com/office/drawing/2014/main" id="{F1C5E5F4-0383-F35E-BB54-ABAFF85AF406}"/>
              </a:ext>
            </a:extLst>
          </p:cNvPr>
          <p:cNvSpPr/>
          <p:nvPr/>
        </p:nvSpPr>
        <p:spPr>
          <a:xfrm>
            <a:off x="548504" y="1634060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知床の近くに住んでおり、皆様が</a:t>
            </a:r>
            <a:endParaRPr lang="en-US" altLang="ja-JP" sz="1400" dirty="0">
              <a:solidFill>
                <a:sysClr val="windowText" lastClr="000000"/>
              </a:solidFill>
            </a:endParaRPr>
          </a:p>
          <a:p>
            <a:pPr algn="ctr"/>
            <a:r>
              <a:rPr lang="ja-JP" altLang="en-US" sz="1400">
                <a:solidFill>
                  <a:sysClr val="windowText" lastClr="000000"/>
                </a:solidFill>
              </a:rPr>
              <a:t>北海道に旅行の際にはご案内できます</a:t>
            </a:r>
            <a:endParaRPr lang="en-US" altLang="ja-JP" sz="1400" dirty="0">
              <a:solidFill>
                <a:sysClr val="windowText" lastClr="000000"/>
              </a:solidFill>
            </a:endParaRPr>
          </a:p>
        </p:txBody>
      </p:sp>
      <p:graphicFrame>
        <p:nvGraphicFramePr>
          <p:cNvPr id="68" name="表 24">
            <a:extLst>
              <a:ext uri="{FF2B5EF4-FFF2-40B4-BE49-F238E27FC236}">
                <a16:creationId xmlns:a16="http://schemas.microsoft.com/office/drawing/2014/main" id="{78109266-9176-E790-1B3E-04770EB12880}"/>
              </a:ext>
            </a:extLst>
          </p:cNvPr>
          <p:cNvGraphicFramePr>
            <a:graphicFrameLocks noGrp="1"/>
          </p:cNvGraphicFramePr>
          <p:nvPr>
            <p:extLst>
              <p:ext uri="{D42A27DB-BD31-4B8C-83A1-F6EECF244321}">
                <p14:modId xmlns:p14="http://schemas.microsoft.com/office/powerpoint/2010/main" val="2156216110"/>
              </p:ext>
            </p:extLst>
          </p:nvPr>
        </p:nvGraphicFramePr>
        <p:xfrm>
          <a:off x="4476911" y="953377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T0013</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ようこ</a:t>
                      </a:r>
                      <a:endParaRPr lang="en-US" altLang="ja-JP" sz="1400" b="0" dirty="0">
                        <a:solidFill>
                          <a:schemeClr val="tx1"/>
                        </a:solidFill>
                      </a:endParaRPr>
                    </a:p>
                    <a:p>
                      <a:pPr algn="ctr"/>
                      <a:r>
                        <a:rPr lang="en-US" altLang="ja-JP" sz="1400" b="0" dirty="0">
                          <a:solidFill>
                            <a:schemeClr val="tx1"/>
                          </a:solidFill>
                        </a:rPr>
                        <a:t>54</a:t>
                      </a:r>
                      <a:r>
                        <a:rPr lang="ja-JP" altLang="en-US" sz="1400" b="0">
                          <a:solidFill>
                            <a:schemeClr val="tx1"/>
                          </a:solidFill>
                        </a:rPr>
                        <a:t>歳</a:t>
                      </a:r>
                      <a:endParaRPr lang="en-US" altLang="ja-JP" sz="1400" b="0" dirty="0">
                        <a:solidFill>
                          <a:schemeClr val="tx1"/>
                        </a:solidFil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69" name="角丸四角形吹き出し 68">
            <a:extLst>
              <a:ext uri="{FF2B5EF4-FFF2-40B4-BE49-F238E27FC236}">
                <a16:creationId xmlns:a16="http://schemas.microsoft.com/office/drawing/2014/main" id="{EC7746CB-2287-028D-5613-F356F16A4619}"/>
              </a:ext>
            </a:extLst>
          </p:cNvPr>
          <p:cNvSpPr/>
          <p:nvPr/>
        </p:nvSpPr>
        <p:spPr>
          <a:xfrm>
            <a:off x="537798" y="9522050"/>
            <a:ext cx="3278934"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音楽とお笑いが大好きな</a:t>
            </a:r>
            <a:endParaRPr lang="en-US" altLang="ja-JP" sz="1400" dirty="0">
              <a:solidFill>
                <a:sysClr val="windowText" lastClr="000000"/>
              </a:solidFill>
            </a:endParaRPr>
          </a:p>
          <a:p>
            <a:pPr algn="ctr"/>
            <a:r>
              <a:rPr lang="ja-JP" altLang="en-US" sz="1400">
                <a:solidFill>
                  <a:sysClr val="windowText" lastClr="000000"/>
                </a:solidFill>
              </a:rPr>
              <a:t>大阪在住</a:t>
            </a:r>
            <a:r>
              <a:rPr lang="en-US" altLang="ja-JP" sz="1400" dirty="0">
                <a:solidFill>
                  <a:sysClr val="windowText" lastClr="000000"/>
                </a:solidFill>
              </a:rPr>
              <a:t>54</a:t>
            </a:r>
            <a:r>
              <a:rPr lang="ja-JP" altLang="en-US" sz="1400">
                <a:solidFill>
                  <a:sysClr val="windowText" lastClr="000000"/>
                </a:solidFill>
              </a:rPr>
              <a:t>歳ようこと申します</a:t>
            </a:r>
            <a:endParaRPr lang="en-US" altLang="ja-JP" sz="1400" dirty="0">
              <a:solidFill>
                <a:sysClr val="windowText" lastClr="000000"/>
              </a:solidFill>
            </a:endParaRPr>
          </a:p>
        </p:txBody>
      </p:sp>
      <p:sp>
        <p:nvSpPr>
          <p:cNvPr id="109" name="角丸四角形吹き出し 108">
            <a:extLst>
              <a:ext uri="{FF2B5EF4-FFF2-40B4-BE49-F238E27FC236}">
                <a16:creationId xmlns:a16="http://schemas.microsoft.com/office/drawing/2014/main" id="{214D56B8-422A-E6E5-1413-BE6DE2CEF152}"/>
              </a:ext>
            </a:extLst>
          </p:cNvPr>
          <p:cNvSpPr/>
          <p:nvPr/>
        </p:nvSpPr>
        <p:spPr>
          <a:xfrm>
            <a:off x="537798" y="17119752"/>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元銀行員なのでお札を数えるのは</a:t>
            </a:r>
            <a:endParaRPr lang="en-US" altLang="ja-JP" sz="1400" dirty="0">
              <a:solidFill>
                <a:sysClr val="windowText" lastClr="000000"/>
              </a:solidFill>
            </a:endParaRPr>
          </a:p>
          <a:p>
            <a:pPr algn="ctr"/>
            <a:r>
              <a:rPr lang="ja-JP" altLang="en-US" sz="1400">
                <a:solidFill>
                  <a:sysClr val="windowText" lastClr="000000"/>
                </a:solidFill>
              </a:rPr>
              <a:t>得意です！会費集めます</a:t>
            </a:r>
            <a:endParaRPr lang="en-US" altLang="ja-JP" sz="1400" dirty="0">
              <a:solidFill>
                <a:sysClr val="windowText" lastClr="000000"/>
              </a:solidFill>
            </a:endParaRPr>
          </a:p>
        </p:txBody>
      </p:sp>
      <p:graphicFrame>
        <p:nvGraphicFramePr>
          <p:cNvPr id="110" name="表 24">
            <a:extLst>
              <a:ext uri="{FF2B5EF4-FFF2-40B4-BE49-F238E27FC236}">
                <a16:creationId xmlns:a16="http://schemas.microsoft.com/office/drawing/2014/main" id="{9A05E000-4960-1480-7B81-A0BF97CFABD4}"/>
              </a:ext>
            </a:extLst>
          </p:cNvPr>
          <p:cNvGraphicFramePr>
            <a:graphicFrameLocks noGrp="1"/>
          </p:cNvGraphicFramePr>
          <p:nvPr>
            <p:extLst>
              <p:ext uri="{D42A27DB-BD31-4B8C-83A1-F6EECF244321}">
                <p14:modId xmlns:p14="http://schemas.microsoft.com/office/powerpoint/2010/main" val="2753048233"/>
              </p:ext>
            </p:extLst>
          </p:nvPr>
        </p:nvGraphicFramePr>
        <p:xfrm>
          <a:off x="4427207" y="17129646"/>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T0023</a:t>
                      </a:r>
                    </a:p>
                    <a:p>
                      <a:pPr algn="ctr"/>
                      <a:r>
                        <a:rPr kumimoji="1" lang="ja-JP" altLang="en-US" sz="1400" b="0">
                          <a:solidFill>
                            <a:schemeClr val="tx1"/>
                          </a:solidFill>
                        </a:rPr>
                        <a:t>城東区</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かおり</a:t>
                      </a:r>
                      <a:endParaRPr lang="en-US" altLang="ja-JP" sz="1400" b="0" dirty="0">
                        <a:solidFill>
                          <a:schemeClr val="tx1"/>
                        </a:solidFill>
                      </a:endParaRPr>
                    </a:p>
                    <a:p>
                      <a:pPr algn="ctr"/>
                      <a:r>
                        <a:rPr lang="en-US" altLang="ja-JP" sz="1400" b="0" dirty="0">
                          <a:solidFill>
                            <a:schemeClr val="tx1"/>
                          </a:solidFill>
                        </a:rPr>
                        <a:t>58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11" name="表 24">
            <a:extLst>
              <a:ext uri="{FF2B5EF4-FFF2-40B4-BE49-F238E27FC236}">
                <a16:creationId xmlns:a16="http://schemas.microsoft.com/office/drawing/2014/main" id="{00072F98-80B8-E5F2-170B-7549DC980227}"/>
              </a:ext>
            </a:extLst>
          </p:cNvPr>
          <p:cNvGraphicFramePr>
            <a:graphicFrameLocks noGrp="1"/>
          </p:cNvGraphicFramePr>
          <p:nvPr>
            <p:extLst>
              <p:ext uri="{D42A27DB-BD31-4B8C-83A1-F6EECF244321}">
                <p14:modId xmlns:p14="http://schemas.microsoft.com/office/powerpoint/2010/main" val="3309686669"/>
              </p:ext>
            </p:extLst>
          </p:nvPr>
        </p:nvGraphicFramePr>
        <p:xfrm>
          <a:off x="4427207" y="1790547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T0024</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ゆき</a:t>
                      </a:r>
                      <a:endParaRPr lang="en-US" altLang="ja-JP" sz="1400" b="0" dirty="0">
                        <a:solidFill>
                          <a:schemeClr val="tx1"/>
                        </a:solidFill>
                      </a:endParaRPr>
                    </a:p>
                    <a:p>
                      <a:pPr algn="ctr"/>
                      <a:r>
                        <a:rPr lang="en-US" altLang="ja-JP" sz="1400" b="0" dirty="0">
                          <a:solidFill>
                            <a:schemeClr val="tx1"/>
                          </a:solidFill>
                        </a:rPr>
                        <a:t>53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12" name="角丸四角形吹き出し 111">
            <a:extLst>
              <a:ext uri="{FF2B5EF4-FFF2-40B4-BE49-F238E27FC236}">
                <a16:creationId xmlns:a16="http://schemas.microsoft.com/office/drawing/2014/main" id="{66753C79-0A23-A34F-178D-2C4F682590E0}"/>
              </a:ext>
            </a:extLst>
          </p:cNvPr>
          <p:cNvSpPr/>
          <p:nvPr/>
        </p:nvSpPr>
        <p:spPr>
          <a:xfrm>
            <a:off x="537798" y="1792600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かずこの会公演を、みなさんと</a:t>
            </a:r>
            <a:endParaRPr lang="en-US" altLang="ja-JP" sz="1400" dirty="0">
              <a:solidFill>
                <a:sysClr val="windowText" lastClr="000000"/>
              </a:solidFill>
            </a:endParaRPr>
          </a:p>
          <a:p>
            <a:pPr algn="ctr"/>
            <a:r>
              <a:rPr lang="ja-JP" altLang="en-US" sz="1400">
                <a:solidFill>
                  <a:sysClr val="windowText" lastClr="000000"/>
                </a:solidFill>
              </a:rPr>
              <a:t>観られることを楽しみにしています</a:t>
            </a:r>
            <a:endParaRPr lang="en-US" altLang="ja-JP" sz="1400" dirty="0">
              <a:solidFill>
                <a:sysClr val="windowText" lastClr="000000"/>
              </a:solidFill>
            </a:endParaRPr>
          </a:p>
        </p:txBody>
      </p:sp>
      <p:graphicFrame>
        <p:nvGraphicFramePr>
          <p:cNvPr id="113" name="表 24">
            <a:extLst>
              <a:ext uri="{FF2B5EF4-FFF2-40B4-BE49-F238E27FC236}">
                <a16:creationId xmlns:a16="http://schemas.microsoft.com/office/drawing/2014/main" id="{2DB095EC-84F6-E09B-4CEB-B6A065E70EC5}"/>
              </a:ext>
            </a:extLst>
          </p:cNvPr>
          <p:cNvGraphicFramePr>
            <a:graphicFrameLocks noGrp="1"/>
          </p:cNvGraphicFramePr>
          <p:nvPr>
            <p:extLst>
              <p:ext uri="{D42A27DB-BD31-4B8C-83A1-F6EECF244321}">
                <p14:modId xmlns:p14="http://schemas.microsoft.com/office/powerpoint/2010/main" val="1498797218"/>
              </p:ext>
            </p:extLst>
          </p:nvPr>
        </p:nvGraphicFramePr>
        <p:xfrm>
          <a:off x="4427207" y="1865493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T0025</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100" b="0">
                          <a:solidFill>
                            <a:schemeClr val="tx1"/>
                          </a:solidFill>
                        </a:rPr>
                        <a:t>ミルクばあちゃん</a:t>
                      </a:r>
                      <a:endParaRPr lang="en-US" altLang="ja-JP" sz="1100" b="0" dirty="0">
                        <a:solidFill>
                          <a:schemeClr val="tx1"/>
                        </a:solidFill>
                      </a:endParaRPr>
                    </a:p>
                    <a:p>
                      <a:pPr algn="ctr"/>
                      <a:r>
                        <a:rPr lang="en-US" altLang="ja-JP" sz="1400" b="0" dirty="0">
                          <a:solidFill>
                            <a:schemeClr val="tx1"/>
                          </a:solidFill>
                        </a:rPr>
                        <a:t>66</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14" name="角丸四角形吹き出し 113">
            <a:extLst>
              <a:ext uri="{FF2B5EF4-FFF2-40B4-BE49-F238E27FC236}">
                <a16:creationId xmlns:a16="http://schemas.microsoft.com/office/drawing/2014/main" id="{005E987D-2EE4-AE90-18D5-C5AF03EF9D5B}"/>
              </a:ext>
            </a:extLst>
          </p:cNvPr>
          <p:cNvSpPr/>
          <p:nvPr/>
        </p:nvSpPr>
        <p:spPr>
          <a:xfrm>
            <a:off x="537798" y="18613337"/>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ミルクボーイさんの漫才とお人柄に</a:t>
            </a:r>
            <a:endParaRPr lang="en-US" altLang="ja-JP" sz="1400" dirty="0">
              <a:solidFill>
                <a:sysClr val="windowText" lastClr="000000"/>
              </a:solidFill>
            </a:endParaRPr>
          </a:p>
          <a:p>
            <a:pPr algn="ctr"/>
            <a:r>
              <a:rPr lang="ja-JP" altLang="en-US" sz="1400">
                <a:solidFill>
                  <a:sysClr val="windowText" lastClr="000000"/>
                </a:solidFill>
              </a:rPr>
              <a:t>惹かれ、ファンになりました</a:t>
            </a:r>
            <a:endParaRPr lang="en-US" altLang="ja-JP" sz="1400" dirty="0">
              <a:solidFill>
                <a:sysClr val="windowText" lastClr="000000"/>
              </a:solidFill>
            </a:endParaRPr>
          </a:p>
        </p:txBody>
      </p:sp>
      <p:graphicFrame>
        <p:nvGraphicFramePr>
          <p:cNvPr id="115" name="表 24">
            <a:extLst>
              <a:ext uri="{FF2B5EF4-FFF2-40B4-BE49-F238E27FC236}">
                <a16:creationId xmlns:a16="http://schemas.microsoft.com/office/drawing/2014/main" id="{8B4B6CC7-97C4-527C-90B4-CB1B81FCF882}"/>
              </a:ext>
            </a:extLst>
          </p:cNvPr>
          <p:cNvGraphicFramePr>
            <a:graphicFrameLocks noGrp="1"/>
          </p:cNvGraphicFramePr>
          <p:nvPr>
            <p:extLst>
              <p:ext uri="{D42A27DB-BD31-4B8C-83A1-F6EECF244321}">
                <p14:modId xmlns:p14="http://schemas.microsoft.com/office/powerpoint/2010/main" val="2492130411"/>
              </p:ext>
            </p:extLst>
          </p:nvPr>
        </p:nvGraphicFramePr>
        <p:xfrm>
          <a:off x="11184741" y="49659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T0026</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ゆうすけ</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16" name="角丸四角形吹き出し 115">
            <a:extLst>
              <a:ext uri="{FF2B5EF4-FFF2-40B4-BE49-F238E27FC236}">
                <a16:creationId xmlns:a16="http://schemas.microsoft.com/office/drawing/2014/main" id="{67461ABE-097D-DB11-2CE5-7524CA020A86}"/>
              </a:ext>
            </a:extLst>
          </p:cNvPr>
          <p:cNvSpPr/>
          <p:nvPr/>
        </p:nvSpPr>
        <p:spPr>
          <a:xfrm>
            <a:off x="7295332" y="451718"/>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ゴルフショップで店長しており、和子の会コンペあれば賞品準備します！</a:t>
            </a:r>
            <a:endParaRPr lang="en-US" altLang="ja-JP" sz="1400" dirty="0">
              <a:solidFill>
                <a:sysClr val="windowText" lastClr="000000"/>
              </a:solidFill>
            </a:endParaRPr>
          </a:p>
        </p:txBody>
      </p:sp>
      <p:graphicFrame>
        <p:nvGraphicFramePr>
          <p:cNvPr id="74" name="表 24">
            <a:extLst>
              <a:ext uri="{FF2B5EF4-FFF2-40B4-BE49-F238E27FC236}">
                <a16:creationId xmlns:a16="http://schemas.microsoft.com/office/drawing/2014/main" id="{AE19BA8D-D6A3-DAA1-0B26-C983503754DA}"/>
              </a:ext>
            </a:extLst>
          </p:cNvPr>
          <p:cNvGraphicFramePr>
            <a:graphicFrameLocks noGrp="1"/>
          </p:cNvGraphicFramePr>
          <p:nvPr>
            <p:extLst>
              <p:ext uri="{D42A27DB-BD31-4B8C-83A1-F6EECF244321}">
                <p14:modId xmlns:p14="http://schemas.microsoft.com/office/powerpoint/2010/main" val="2580476798"/>
              </p:ext>
            </p:extLst>
          </p:nvPr>
        </p:nvGraphicFramePr>
        <p:xfrm>
          <a:off x="11184741" y="123319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T0027</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玄米のゲン</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75" name="角丸四角形吹き出し 74">
            <a:extLst>
              <a:ext uri="{FF2B5EF4-FFF2-40B4-BE49-F238E27FC236}">
                <a16:creationId xmlns:a16="http://schemas.microsoft.com/office/drawing/2014/main" id="{7B7AF0A7-EC75-647B-B572-4F9F241B40B3}"/>
              </a:ext>
            </a:extLst>
          </p:cNvPr>
          <p:cNvSpPr/>
          <p:nvPr/>
        </p:nvSpPr>
        <p:spPr>
          <a:xfrm>
            <a:off x="7295332" y="123844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サウナの資格しか持っておらず、お役に立てません。これが私のサライです</a:t>
            </a:r>
            <a:endParaRPr lang="en-US" altLang="ja-JP" sz="1400" dirty="0">
              <a:solidFill>
                <a:sysClr val="windowText" lastClr="000000"/>
              </a:solidFill>
            </a:endParaRPr>
          </a:p>
        </p:txBody>
      </p:sp>
      <p:graphicFrame>
        <p:nvGraphicFramePr>
          <p:cNvPr id="76" name="表 24">
            <a:extLst>
              <a:ext uri="{FF2B5EF4-FFF2-40B4-BE49-F238E27FC236}">
                <a16:creationId xmlns:a16="http://schemas.microsoft.com/office/drawing/2014/main" id="{089155F5-9FAC-CBB1-5B11-8E697D538F03}"/>
              </a:ext>
            </a:extLst>
          </p:cNvPr>
          <p:cNvGraphicFramePr>
            <a:graphicFrameLocks noGrp="1"/>
          </p:cNvGraphicFramePr>
          <p:nvPr>
            <p:extLst>
              <p:ext uri="{D42A27DB-BD31-4B8C-83A1-F6EECF244321}">
                <p14:modId xmlns:p14="http://schemas.microsoft.com/office/powerpoint/2010/main" val="4275561848"/>
              </p:ext>
            </p:extLst>
          </p:nvPr>
        </p:nvGraphicFramePr>
        <p:xfrm>
          <a:off x="11184741" y="198669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T0028</a:t>
                      </a:r>
                    </a:p>
                    <a:p>
                      <a:pPr algn="ctr"/>
                      <a:r>
                        <a:rPr kumimoji="1" lang="ja-JP" altLang="en-US" sz="1400" b="0">
                          <a:solidFill>
                            <a:schemeClr val="tx1"/>
                          </a:solidFill>
                        </a:rPr>
                        <a:t>奈良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F"/>
                    </a:solidFill>
                  </a:tcPr>
                </a:tc>
                <a:tc>
                  <a:txBody>
                    <a:bodyPr/>
                    <a:lstStyle/>
                    <a:p>
                      <a:pPr algn="ctr"/>
                      <a:r>
                        <a:rPr lang="ja-JP" altLang="en-US" sz="1100" b="0">
                          <a:solidFill>
                            <a:schemeClr val="tx1"/>
                          </a:solidFill>
                        </a:rPr>
                        <a:t>さり</a:t>
                      </a:r>
                      <a:endParaRPr lang="en-US" altLang="ja-JP" sz="1100" b="0" dirty="0">
                        <a:solidFill>
                          <a:schemeClr val="tx1"/>
                        </a:solidFill>
                      </a:endParaRPr>
                    </a:p>
                    <a:p>
                      <a:pPr algn="ctr"/>
                      <a:r>
                        <a:rPr lang="en-US" altLang="ja-JP" sz="1400" b="0" dirty="0">
                          <a:solidFill>
                            <a:schemeClr val="tx1"/>
                          </a:solidFill>
                        </a:rPr>
                        <a:t>32</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77" name="角丸四角形吹き出し 76">
            <a:extLst>
              <a:ext uri="{FF2B5EF4-FFF2-40B4-BE49-F238E27FC236}">
                <a16:creationId xmlns:a16="http://schemas.microsoft.com/office/drawing/2014/main" id="{7122046C-03AC-40C7-9791-ECEEAA2223BA}"/>
              </a:ext>
            </a:extLst>
          </p:cNvPr>
          <p:cNvSpPr/>
          <p:nvPr/>
        </p:nvSpPr>
        <p:spPr>
          <a:xfrm>
            <a:off x="7295332" y="1967046"/>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奈良公園の垂れ耳の鹿、鹿之丞　</a:t>
            </a:r>
            <a:endParaRPr lang="en-US" altLang="ja-JP" sz="1400" dirty="0">
              <a:solidFill>
                <a:sysClr val="windowText" lastClr="000000"/>
              </a:solidFill>
            </a:endParaRPr>
          </a:p>
          <a:p>
            <a:pPr algn="ctr"/>
            <a:r>
              <a:rPr lang="ja-JP" altLang="en-US" sz="1400">
                <a:solidFill>
                  <a:sysClr val="windowText" lastClr="000000"/>
                </a:solidFill>
              </a:rPr>
              <a:t>通称ロクさんが大好きな女子です</a:t>
            </a:r>
            <a:endParaRPr lang="en-US" altLang="ja-JP" sz="1400" dirty="0">
              <a:solidFill>
                <a:sysClr val="windowText" lastClr="000000"/>
              </a:solidFill>
            </a:endParaRPr>
          </a:p>
        </p:txBody>
      </p:sp>
      <p:graphicFrame>
        <p:nvGraphicFramePr>
          <p:cNvPr id="78" name="表 24">
            <a:extLst>
              <a:ext uri="{FF2B5EF4-FFF2-40B4-BE49-F238E27FC236}">
                <a16:creationId xmlns:a16="http://schemas.microsoft.com/office/drawing/2014/main" id="{A6F14AA7-FCD3-39A6-0162-46F613B65CDE}"/>
              </a:ext>
            </a:extLst>
          </p:cNvPr>
          <p:cNvGraphicFramePr>
            <a:graphicFrameLocks noGrp="1"/>
          </p:cNvGraphicFramePr>
          <p:nvPr>
            <p:extLst>
              <p:ext uri="{D42A27DB-BD31-4B8C-83A1-F6EECF244321}">
                <p14:modId xmlns:p14="http://schemas.microsoft.com/office/powerpoint/2010/main" val="2901598580"/>
              </p:ext>
            </p:extLst>
          </p:nvPr>
        </p:nvGraphicFramePr>
        <p:xfrm>
          <a:off x="11184741" y="274782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T0029</a:t>
                      </a:r>
                    </a:p>
                    <a:p>
                      <a:pPr algn="ctr"/>
                      <a:r>
                        <a:rPr kumimoji="1" lang="ja-JP" altLang="en-US" sz="1400" b="0">
                          <a:solidFill>
                            <a:schemeClr val="bg1"/>
                          </a:solidFill>
                        </a:rPr>
                        <a:t>静岡</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ゆきこ</a:t>
                      </a:r>
                      <a:endParaRPr lang="en-US" altLang="ja-JP" sz="1400" b="0" dirty="0">
                        <a:solidFill>
                          <a:schemeClr val="tx1"/>
                        </a:solidFill>
                      </a:endParaRPr>
                    </a:p>
                    <a:p>
                      <a:pPr algn="ctr"/>
                      <a:r>
                        <a:rPr lang="en-US" altLang="ja-JP" sz="1400" b="0" dirty="0">
                          <a:solidFill>
                            <a:schemeClr val="tx1"/>
                          </a:solidFill>
                        </a:rPr>
                        <a:t>56</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79" name="角丸四角形吹き出し 78">
            <a:extLst>
              <a:ext uri="{FF2B5EF4-FFF2-40B4-BE49-F238E27FC236}">
                <a16:creationId xmlns:a16="http://schemas.microsoft.com/office/drawing/2014/main" id="{653C85D5-070A-23CD-F1AE-7CD97A55E7CB}"/>
              </a:ext>
            </a:extLst>
          </p:cNvPr>
          <p:cNvSpPr/>
          <p:nvPr/>
        </p:nvSpPr>
        <p:spPr>
          <a:xfrm>
            <a:off x="7295332" y="2747674"/>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ボンカタとみるかよ、ラジコの</a:t>
            </a:r>
            <a:endParaRPr lang="en-US" altLang="ja-JP" sz="1400" dirty="0">
              <a:solidFill>
                <a:sysClr val="windowText" lastClr="000000"/>
              </a:solidFill>
            </a:endParaRPr>
          </a:p>
          <a:p>
            <a:pPr algn="ctr"/>
            <a:r>
              <a:rPr lang="ja-JP" altLang="en-US" sz="1400">
                <a:solidFill>
                  <a:sysClr val="windowText" lastClr="000000"/>
                </a:solidFill>
              </a:rPr>
              <a:t>タイムフリーにて聴いております</a:t>
            </a:r>
            <a:r>
              <a:rPr lang="en-US" altLang="ja-JP" sz="1400" dirty="0">
                <a:solidFill>
                  <a:sysClr val="windowText" lastClr="000000"/>
                </a:solidFill>
              </a:rPr>
              <a:t>〜</a:t>
            </a:r>
          </a:p>
        </p:txBody>
      </p:sp>
      <p:graphicFrame>
        <p:nvGraphicFramePr>
          <p:cNvPr id="2" name="表 24">
            <a:extLst>
              <a:ext uri="{FF2B5EF4-FFF2-40B4-BE49-F238E27FC236}">
                <a16:creationId xmlns:a16="http://schemas.microsoft.com/office/drawing/2014/main" id="{E4482A17-ADCB-B619-F207-C351569DC936}"/>
              </a:ext>
            </a:extLst>
          </p:cNvPr>
          <p:cNvGraphicFramePr>
            <a:graphicFrameLocks noGrp="1"/>
          </p:cNvGraphicFramePr>
          <p:nvPr>
            <p:extLst>
              <p:ext uri="{D42A27DB-BD31-4B8C-83A1-F6EECF244321}">
                <p14:modId xmlns:p14="http://schemas.microsoft.com/office/powerpoint/2010/main" val="1567097651"/>
              </p:ext>
            </p:extLst>
          </p:nvPr>
        </p:nvGraphicFramePr>
        <p:xfrm>
          <a:off x="11184741" y="349139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T0030</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en-US" altLang="ja-JP" sz="1400" b="0" dirty="0" err="1">
                          <a:solidFill>
                            <a:schemeClr val="tx1"/>
                          </a:solidFill>
                        </a:rPr>
                        <a:t>m’Bar</a:t>
                      </a:r>
                      <a:endParaRPr lang="en-US" altLang="ja-JP" sz="1400" b="0" dirty="0">
                        <a:solidFill>
                          <a:schemeClr val="tx1"/>
                        </a:solidFill>
                      </a:endParaRPr>
                    </a:p>
                    <a:p>
                      <a:pPr algn="ctr"/>
                      <a:r>
                        <a:rPr lang="en-US" altLang="ja-JP" sz="1400" b="0" dirty="0">
                          <a:solidFill>
                            <a:schemeClr val="tx1"/>
                          </a:solidFill>
                        </a:rPr>
                        <a:t>59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 name="角丸四角形吹き出し 2">
            <a:extLst>
              <a:ext uri="{FF2B5EF4-FFF2-40B4-BE49-F238E27FC236}">
                <a16:creationId xmlns:a16="http://schemas.microsoft.com/office/drawing/2014/main" id="{C7BDD138-4562-3E97-9C53-28136E0F52DA}"/>
              </a:ext>
            </a:extLst>
          </p:cNvPr>
          <p:cNvSpPr/>
          <p:nvPr/>
        </p:nvSpPr>
        <p:spPr>
          <a:xfrm>
            <a:off x="7295332" y="345923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ja-JP" sz="1400" dirty="0">
                <a:solidFill>
                  <a:sysClr val="windowText" lastClr="000000"/>
                </a:solidFill>
              </a:rPr>
              <a:t>M1</a:t>
            </a:r>
            <a:r>
              <a:rPr lang="ja-JP" altLang="en-US" sz="1400">
                <a:solidFill>
                  <a:sysClr val="windowText" lastClr="000000"/>
                </a:solidFill>
              </a:rPr>
              <a:t>でミルクボーイの虜になりました。ボンカタは</a:t>
            </a:r>
            <a:r>
              <a:rPr lang="en-US" altLang="ja-JP" sz="1400" dirty="0">
                <a:solidFill>
                  <a:sysClr val="windowText" lastClr="000000"/>
                </a:solidFill>
              </a:rPr>
              <a:t>1</a:t>
            </a:r>
            <a:r>
              <a:rPr lang="ja-JP" altLang="en-US" sz="1400">
                <a:solidFill>
                  <a:sysClr val="windowText" lastClr="000000"/>
                </a:solidFill>
              </a:rPr>
              <a:t>回目から聴いています</a:t>
            </a:r>
            <a:endParaRPr lang="en-US" altLang="ja-JP" sz="1400" dirty="0">
              <a:solidFill>
                <a:sysClr val="windowText" lastClr="000000"/>
              </a:solidFill>
            </a:endParaRPr>
          </a:p>
        </p:txBody>
      </p:sp>
      <p:sp>
        <p:nvSpPr>
          <p:cNvPr id="33" name="角丸四角形吹き出し 32">
            <a:extLst>
              <a:ext uri="{FF2B5EF4-FFF2-40B4-BE49-F238E27FC236}">
                <a16:creationId xmlns:a16="http://schemas.microsoft.com/office/drawing/2014/main" id="{A4888BD6-1CCD-98F8-ECD4-FC7746B7FE9F}"/>
              </a:ext>
            </a:extLst>
          </p:cNvPr>
          <p:cNvSpPr/>
          <p:nvPr/>
        </p:nvSpPr>
        <p:spPr>
          <a:xfrm>
            <a:off x="7295332" y="4222449"/>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ライブ終わりの拍手笑いで疲れた手をハンドトリートメントで癒せます</a:t>
            </a:r>
            <a:endParaRPr lang="en-US" altLang="ja-JP" sz="1400" dirty="0">
              <a:solidFill>
                <a:sysClr val="windowText" lastClr="000000"/>
              </a:solidFill>
            </a:endParaRPr>
          </a:p>
        </p:txBody>
      </p:sp>
      <p:graphicFrame>
        <p:nvGraphicFramePr>
          <p:cNvPr id="34" name="表 24">
            <a:extLst>
              <a:ext uri="{FF2B5EF4-FFF2-40B4-BE49-F238E27FC236}">
                <a16:creationId xmlns:a16="http://schemas.microsoft.com/office/drawing/2014/main" id="{9AAF42C6-5947-2CDC-463F-BC9E0593D24B}"/>
              </a:ext>
            </a:extLst>
          </p:cNvPr>
          <p:cNvGraphicFramePr>
            <a:graphicFrameLocks noGrp="1"/>
          </p:cNvGraphicFramePr>
          <p:nvPr>
            <p:extLst>
              <p:ext uri="{D42A27DB-BD31-4B8C-83A1-F6EECF244321}">
                <p14:modId xmlns:p14="http://schemas.microsoft.com/office/powerpoint/2010/main" val="699235765"/>
              </p:ext>
            </p:extLst>
          </p:nvPr>
        </p:nvGraphicFramePr>
        <p:xfrm>
          <a:off x="11184741" y="4202467"/>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T0031</a:t>
                      </a:r>
                      <a:r>
                        <a:rPr kumimoji="1" lang="ja-JP" altLang="en-US" sz="1400" b="0">
                          <a:solidFill>
                            <a:schemeClr val="bg1"/>
                          </a:solidFill>
                        </a:rPr>
                        <a:t>広島</a:t>
                      </a:r>
                      <a:endParaRPr kumimoji="1" lang="en-US" altLang="ja-JP" sz="1400" b="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ja-JP" altLang="en-US" sz="1400" b="0">
                          <a:solidFill>
                            <a:schemeClr val="tx1"/>
                          </a:solidFill>
                        </a:rPr>
                        <a:t>みゆき</a:t>
                      </a:r>
                      <a:endParaRPr lang="en-US" altLang="ja-JP" sz="1400" b="0" dirty="0">
                        <a:solidFill>
                          <a:schemeClr val="tx1"/>
                        </a:solidFill>
                      </a:endParaRPr>
                    </a:p>
                    <a:p>
                      <a:pPr algn="ctr"/>
                      <a:r>
                        <a:rPr lang="en-US" altLang="ja-JP" sz="1400" b="0" dirty="0">
                          <a:solidFill>
                            <a:schemeClr val="tx1"/>
                          </a:solidFill>
                        </a:rPr>
                        <a:t>43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35" name="角丸四角形吹き出し 34">
            <a:extLst>
              <a:ext uri="{FF2B5EF4-FFF2-40B4-BE49-F238E27FC236}">
                <a16:creationId xmlns:a16="http://schemas.microsoft.com/office/drawing/2014/main" id="{905A0D3A-146E-FAE3-88CF-9ED3EB38FF00}"/>
              </a:ext>
            </a:extLst>
          </p:cNvPr>
          <p:cNvSpPr/>
          <p:nvPr/>
        </p:nvSpPr>
        <p:spPr>
          <a:xfrm>
            <a:off x="7295332" y="4993549"/>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ysClr val="windowText" lastClr="000000"/>
                </a:solidFill>
              </a:rPr>
              <a:t>一言では表せない魅力の塊の</a:t>
            </a:r>
            <a:endParaRPr lang="en-US" altLang="ja-JP" sz="1400" dirty="0">
              <a:solidFill>
                <a:sysClr val="windowText" lastClr="000000"/>
              </a:solidFill>
            </a:endParaRPr>
          </a:p>
          <a:p>
            <a:pPr algn="ctr"/>
            <a:r>
              <a:rPr lang="ja-JP" altLang="en-US" sz="1400">
                <a:solidFill>
                  <a:sysClr val="windowText" lastClr="000000"/>
                </a:solidFill>
              </a:rPr>
              <a:t>ミルクボーイさんに付いて行きます</a:t>
            </a:r>
            <a:endParaRPr lang="en-US" altLang="ja-JP" sz="1400" dirty="0">
              <a:solidFill>
                <a:sysClr val="windowText" lastClr="000000"/>
              </a:solidFill>
            </a:endParaRPr>
          </a:p>
        </p:txBody>
      </p:sp>
      <p:graphicFrame>
        <p:nvGraphicFramePr>
          <p:cNvPr id="36" name="表 24">
            <a:extLst>
              <a:ext uri="{FF2B5EF4-FFF2-40B4-BE49-F238E27FC236}">
                <a16:creationId xmlns:a16="http://schemas.microsoft.com/office/drawing/2014/main" id="{0C67DAC2-CC9D-FD42-A297-DCDFEA5EA2CB}"/>
              </a:ext>
            </a:extLst>
          </p:cNvPr>
          <p:cNvGraphicFramePr>
            <a:graphicFrameLocks noGrp="1"/>
          </p:cNvGraphicFramePr>
          <p:nvPr>
            <p:extLst>
              <p:ext uri="{D42A27DB-BD31-4B8C-83A1-F6EECF244321}">
                <p14:modId xmlns:p14="http://schemas.microsoft.com/office/powerpoint/2010/main" val="2826958751"/>
              </p:ext>
            </p:extLst>
          </p:nvPr>
        </p:nvGraphicFramePr>
        <p:xfrm>
          <a:off x="11184741" y="495863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T0032</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よしゆき</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2" name="表 24">
            <a:extLst>
              <a:ext uri="{FF2B5EF4-FFF2-40B4-BE49-F238E27FC236}">
                <a16:creationId xmlns:a16="http://schemas.microsoft.com/office/drawing/2014/main" id="{4D1ADD83-33EE-D69E-79F9-AF028496D212}"/>
              </a:ext>
            </a:extLst>
          </p:cNvPr>
          <p:cNvGraphicFramePr>
            <a:graphicFrameLocks noGrp="1"/>
          </p:cNvGraphicFramePr>
          <p:nvPr>
            <p:extLst>
              <p:ext uri="{D42A27DB-BD31-4B8C-83A1-F6EECF244321}">
                <p14:modId xmlns:p14="http://schemas.microsoft.com/office/powerpoint/2010/main" val="896816535"/>
              </p:ext>
            </p:extLst>
          </p:nvPr>
        </p:nvGraphicFramePr>
        <p:xfrm>
          <a:off x="11184741" y="573601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T0033</a:t>
                      </a:r>
                    </a:p>
                    <a:p>
                      <a:pPr algn="ctr"/>
                      <a:r>
                        <a:rPr kumimoji="1" lang="ja-JP" altLang="en-US" sz="1000" b="0">
                          <a:solidFill>
                            <a:schemeClr val="tx1"/>
                          </a:solidFill>
                        </a:rPr>
                        <a:t>ｼﾝｶﾞﾎﾟｰﾙ</a:t>
                      </a:r>
                      <a:endParaRPr kumimoji="1" lang="en-US" altLang="ja-JP" sz="1000" b="0" dirty="0">
                        <a:solidFill>
                          <a:schemeClr val="tx1"/>
                        </a:solidFill>
                      </a:endParaRP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C4EC"/>
                    </a:solidFill>
                  </a:tcPr>
                </a:tc>
                <a:tc>
                  <a:txBody>
                    <a:bodyPr/>
                    <a:lstStyle/>
                    <a:p>
                      <a:pPr algn="ctr"/>
                      <a:r>
                        <a:rPr lang="ja-JP" altLang="en-US" sz="1400" b="0">
                          <a:solidFill>
                            <a:schemeClr val="tx1"/>
                          </a:solidFill>
                        </a:rPr>
                        <a:t>かよこ</a:t>
                      </a:r>
                      <a:endParaRPr lang="en-US" altLang="ja-JP" sz="1400" b="0" dirty="0">
                        <a:solidFill>
                          <a:schemeClr val="tx1"/>
                        </a:solidFill>
                      </a:endParaRPr>
                    </a:p>
                    <a:p>
                      <a:pPr algn="ctr"/>
                      <a:r>
                        <a:rPr lang="en-US" altLang="ja-JP" sz="1400" b="0" dirty="0">
                          <a:solidFill>
                            <a:schemeClr val="tx1"/>
                          </a:solidFill>
                        </a:rPr>
                        <a:t>39</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3" name="角丸四角形吹き出し 42">
            <a:extLst>
              <a:ext uri="{FF2B5EF4-FFF2-40B4-BE49-F238E27FC236}">
                <a16:creationId xmlns:a16="http://schemas.microsoft.com/office/drawing/2014/main" id="{9201AE01-AA04-74F4-2AA4-F1F9EB3323DF}"/>
              </a:ext>
            </a:extLst>
          </p:cNvPr>
          <p:cNvSpPr/>
          <p:nvPr/>
        </p:nvSpPr>
        <p:spPr>
          <a:xfrm>
            <a:off x="7295332" y="5736015"/>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慰安旅行でシンガポールにお越しの</a:t>
            </a:r>
            <a:endParaRPr lang="en-US" altLang="ja-JP" sz="1400" dirty="0">
              <a:solidFill>
                <a:sysClr val="windowText" lastClr="000000"/>
              </a:solidFill>
            </a:endParaRPr>
          </a:p>
          <a:p>
            <a:pPr algn="ctr"/>
            <a:r>
              <a:rPr lang="ja-JP" altLang="en-US" sz="1400">
                <a:solidFill>
                  <a:sysClr val="windowText" lastClr="000000"/>
                </a:solidFill>
              </a:rPr>
              <a:t>際はツアコンさせて頂きます</a:t>
            </a:r>
            <a:endParaRPr lang="en-US" altLang="ja-JP" sz="1400" dirty="0">
              <a:solidFill>
                <a:sysClr val="windowText" lastClr="000000"/>
              </a:solidFill>
            </a:endParaRPr>
          </a:p>
        </p:txBody>
      </p:sp>
      <p:graphicFrame>
        <p:nvGraphicFramePr>
          <p:cNvPr id="44" name="表 24">
            <a:extLst>
              <a:ext uri="{FF2B5EF4-FFF2-40B4-BE49-F238E27FC236}">
                <a16:creationId xmlns:a16="http://schemas.microsoft.com/office/drawing/2014/main" id="{EC9E7BFD-EE32-5B99-0B7A-0380976CAD36}"/>
              </a:ext>
            </a:extLst>
          </p:cNvPr>
          <p:cNvGraphicFramePr>
            <a:graphicFrameLocks noGrp="1"/>
          </p:cNvGraphicFramePr>
          <p:nvPr>
            <p:extLst>
              <p:ext uri="{D42A27DB-BD31-4B8C-83A1-F6EECF244321}">
                <p14:modId xmlns:p14="http://schemas.microsoft.com/office/powerpoint/2010/main" val="3386805577"/>
              </p:ext>
            </p:extLst>
          </p:nvPr>
        </p:nvGraphicFramePr>
        <p:xfrm>
          <a:off x="11184741" y="649714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T0034</a:t>
                      </a:r>
                    </a:p>
                    <a:p>
                      <a:pPr algn="ctr"/>
                      <a:r>
                        <a:rPr kumimoji="1" lang="ja-JP" altLang="en-US" sz="1400" b="0">
                          <a:solidFill>
                            <a:schemeClr val="tx1"/>
                          </a:solidFill>
                        </a:rPr>
                        <a:t>大阪</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ぷぺぽ</a:t>
                      </a:r>
                      <a:endParaRPr lang="en-US" altLang="ja-JP" sz="1400" b="0" dirty="0">
                        <a:solidFill>
                          <a:schemeClr val="tx1"/>
                        </a:solidFill>
                      </a:endParaRPr>
                    </a:p>
                    <a:p>
                      <a:pPr algn="ctr"/>
                      <a:r>
                        <a:rPr lang="en-US" altLang="ja-JP" sz="1400" b="0" dirty="0">
                          <a:solidFill>
                            <a:schemeClr val="tx1"/>
                          </a:solidFill>
                        </a:rPr>
                        <a:t>50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5" name="角丸四角形吹き出し 44">
            <a:extLst>
              <a:ext uri="{FF2B5EF4-FFF2-40B4-BE49-F238E27FC236}">
                <a16:creationId xmlns:a16="http://schemas.microsoft.com/office/drawing/2014/main" id="{209285EE-7C79-5330-5871-F51B83267756}"/>
              </a:ext>
            </a:extLst>
          </p:cNvPr>
          <p:cNvSpPr/>
          <p:nvPr/>
        </p:nvSpPr>
        <p:spPr>
          <a:xfrm>
            <a:off x="7295332" y="6496994"/>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ひょど</a:t>
            </a:r>
            <a:r>
              <a:rPr lang="en-US" altLang="ja-JP" sz="1400" dirty="0">
                <a:solidFill>
                  <a:sysClr val="windowText" lastClr="000000"/>
                </a:solidFill>
              </a:rPr>
              <a:t>-1</a:t>
            </a:r>
            <a:r>
              <a:rPr lang="ja-JP" altLang="en-US" sz="1400">
                <a:solidFill>
                  <a:sysClr val="windowText" lastClr="000000"/>
                </a:solidFill>
              </a:rPr>
              <a:t>からファン、ラジオは全聴取、テレビは可能な限り視聴してます</a:t>
            </a:r>
            <a:endParaRPr lang="en-US" altLang="ja-JP" sz="1400" dirty="0">
              <a:solidFill>
                <a:sysClr val="windowText" lastClr="000000"/>
              </a:solidFill>
            </a:endParaRPr>
          </a:p>
        </p:txBody>
      </p:sp>
      <p:graphicFrame>
        <p:nvGraphicFramePr>
          <p:cNvPr id="46" name="表 24">
            <a:extLst>
              <a:ext uri="{FF2B5EF4-FFF2-40B4-BE49-F238E27FC236}">
                <a16:creationId xmlns:a16="http://schemas.microsoft.com/office/drawing/2014/main" id="{92393C7B-EDC8-9AE3-6A52-1B31D67330FB}"/>
              </a:ext>
            </a:extLst>
          </p:cNvPr>
          <p:cNvGraphicFramePr>
            <a:graphicFrameLocks noGrp="1"/>
          </p:cNvGraphicFramePr>
          <p:nvPr>
            <p:extLst>
              <p:ext uri="{D42A27DB-BD31-4B8C-83A1-F6EECF244321}">
                <p14:modId xmlns:p14="http://schemas.microsoft.com/office/powerpoint/2010/main" val="1607231009"/>
              </p:ext>
            </p:extLst>
          </p:nvPr>
        </p:nvGraphicFramePr>
        <p:xfrm>
          <a:off x="11184741" y="724071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T0035</a:t>
                      </a:r>
                    </a:p>
                    <a:p>
                      <a:pPr algn="ctr"/>
                      <a:r>
                        <a:rPr kumimoji="1" lang="ja-JP" altLang="en-US" sz="1400" b="0">
                          <a:solidFill>
                            <a:schemeClr val="tx1"/>
                          </a:solidFill>
                        </a:rPr>
                        <a:t>三重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B92"/>
                    </a:solidFill>
                  </a:tcPr>
                </a:tc>
                <a:tc>
                  <a:txBody>
                    <a:bodyPr/>
                    <a:lstStyle/>
                    <a:p>
                      <a:pPr algn="ctr"/>
                      <a:r>
                        <a:rPr lang="ja-JP" altLang="en-US" sz="1400" b="0">
                          <a:solidFill>
                            <a:schemeClr val="tx1"/>
                          </a:solidFill>
                        </a:rPr>
                        <a:t>はるこ</a:t>
                      </a:r>
                      <a:endParaRPr lang="en-US" altLang="ja-JP" sz="1400" b="0" dirty="0">
                        <a:solidFill>
                          <a:schemeClr val="tx1"/>
                        </a:solidFill>
                      </a:endParaRPr>
                    </a:p>
                    <a:p>
                      <a:pPr algn="ctr"/>
                      <a:r>
                        <a:rPr lang="en-US" altLang="ja-JP" sz="1400" b="0" dirty="0">
                          <a:solidFill>
                            <a:schemeClr val="tx1"/>
                          </a:solidFill>
                        </a:rPr>
                        <a:t>52</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9" name="角丸四角形吹き出し 48">
            <a:extLst>
              <a:ext uri="{FF2B5EF4-FFF2-40B4-BE49-F238E27FC236}">
                <a16:creationId xmlns:a16="http://schemas.microsoft.com/office/drawing/2014/main" id="{F6B39407-80BE-E0FA-DF86-43560CD8F9A7}"/>
              </a:ext>
            </a:extLst>
          </p:cNvPr>
          <p:cNvSpPr/>
          <p:nvPr/>
        </p:nvSpPr>
        <p:spPr>
          <a:xfrm>
            <a:off x="7295332" y="7228093"/>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劇場で生ミルクボーイを観てさらに</a:t>
            </a:r>
            <a:endParaRPr lang="en-US" altLang="ja-JP" sz="1400" dirty="0">
              <a:solidFill>
                <a:sysClr val="windowText" lastClr="000000"/>
              </a:solidFill>
            </a:endParaRPr>
          </a:p>
          <a:p>
            <a:pPr algn="ctr"/>
            <a:r>
              <a:rPr lang="ja-JP" altLang="en-US" sz="1400">
                <a:solidFill>
                  <a:sysClr val="windowText" lastClr="000000"/>
                </a:solidFill>
              </a:rPr>
              <a:t>大好きになりました</a:t>
            </a:r>
            <a:endParaRPr lang="en-US" altLang="ja-JP" sz="1400" dirty="0">
              <a:solidFill>
                <a:sysClr val="windowText" lastClr="000000"/>
              </a:solidFill>
            </a:endParaRPr>
          </a:p>
        </p:txBody>
      </p:sp>
      <p:sp>
        <p:nvSpPr>
          <p:cNvPr id="70" name="角丸四角形吹き出し 69">
            <a:extLst>
              <a:ext uri="{FF2B5EF4-FFF2-40B4-BE49-F238E27FC236}">
                <a16:creationId xmlns:a16="http://schemas.microsoft.com/office/drawing/2014/main" id="{BB63AF95-B295-BE33-1971-ED85A23244BD}"/>
              </a:ext>
            </a:extLst>
          </p:cNvPr>
          <p:cNvSpPr/>
          <p:nvPr/>
        </p:nvSpPr>
        <p:spPr>
          <a:xfrm>
            <a:off x="7295332" y="8008721"/>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お笑いと美味しいもの食べにゆくのが好きです。独身なので自由です</a:t>
            </a:r>
            <a:endParaRPr lang="en-US" altLang="ja-JP" sz="1400" dirty="0">
              <a:solidFill>
                <a:sysClr val="windowText" lastClr="000000"/>
              </a:solidFill>
            </a:endParaRPr>
          </a:p>
        </p:txBody>
      </p:sp>
      <p:graphicFrame>
        <p:nvGraphicFramePr>
          <p:cNvPr id="71" name="表 24">
            <a:extLst>
              <a:ext uri="{FF2B5EF4-FFF2-40B4-BE49-F238E27FC236}">
                <a16:creationId xmlns:a16="http://schemas.microsoft.com/office/drawing/2014/main" id="{A3E87145-AB72-2258-CEF3-22FDA0BA5FEA}"/>
              </a:ext>
            </a:extLst>
          </p:cNvPr>
          <p:cNvGraphicFramePr>
            <a:graphicFrameLocks noGrp="1"/>
          </p:cNvGraphicFramePr>
          <p:nvPr>
            <p:extLst>
              <p:ext uri="{D42A27DB-BD31-4B8C-83A1-F6EECF244321}">
                <p14:modId xmlns:p14="http://schemas.microsoft.com/office/powerpoint/2010/main" val="808377338"/>
              </p:ext>
            </p:extLst>
          </p:nvPr>
        </p:nvGraphicFramePr>
        <p:xfrm>
          <a:off x="11184741" y="799687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T0036</a:t>
                      </a:r>
                    </a:p>
                    <a:p>
                      <a:pPr algn="ctr"/>
                      <a:r>
                        <a:rPr kumimoji="1" lang="ja-JP" altLang="en-US" sz="1400" b="0">
                          <a:solidFill>
                            <a:schemeClr val="tx1"/>
                          </a:solidFill>
                        </a:rPr>
                        <a:t>大阪</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ゆか</a:t>
                      </a:r>
                      <a:endParaRPr lang="en-US" altLang="ja-JP" sz="1400" b="0" dirty="0">
                        <a:solidFill>
                          <a:schemeClr val="tx1"/>
                        </a:solidFill>
                      </a:endParaRPr>
                    </a:p>
                    <a:p>
                      <a:pPr algn="ctr"/>
                      <a:r>
                        <a:rPr lang="en-US" altLang="ja-JP" sz="1400" b="0" dirty="0">
                          <a:solidFill>
                            <a:schemeClr val="tx1"/>
                          </a:solidFill>
                        </a:rPr>
                        <a:t>46</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19" name="表 24">
            <a:extLst>
              <a:ext uri="{FF2B5EF4-FFF2-40B4-BE49-F238E27FC236}">
                <a16:creationId xmlns:a16="http://schemas.microsoft.com/office/drawing/2014/main" id="{3B9579D1-6B53-E38B-62BC-0FEA835AA955}"/>
              </a:ext>
            </a:extLst>
          </p:cNvPr>
          <p:cNvGraphicFramePr>
            <a:graphicFrameLocks noGrp="1"/>
          </p:cNvGraphicFramePr>
          <p:nvPr>
            <p:extLst>
              <p:ext uri="{D42A27DB-BD31-4B8C-83A1-F6EECF244321}">
                <p14:modId xmlns:p14="http://schemas.microsoft.com/office/powerpoint/2010/main" val="1803339842"/>
              </p:ext>
            </p:extLst>
          </p:nvPr>
        </p:nvGraphicFramePr>
        <p:xfrm>
          <a:off x="11184741" y="8766405"/>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T0037</a:t>
                      </a:r>
                    </a:p>
                    <a:p>
                      <a:pPr algn="ctr"/>
                      <a:r>
                        <a:rPr kumimoji="1" lang="ja-JP" altLang="en-US" sz="1400" b="0">
                          <a:solidFill>
                            <a:schemeClr val="tx1"/>
                          </a:solidFill>
                        </a:rPr>
                        <a:t>北海道</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ヤスコ</a:t>
                      </a:r>
                      <a:endParaRPr lang="en-US" altLang="ja-JP" sz="1400" b="0" dirty="0">
                        <a:solidFill>
                          <a:schemeClr val="tx1"/>
                        </a:solidFill>
                      </a:endParaRPr>
                    </a:p>
                    <a:p>
                      <a:pPr algn="ctr"/>
                      <a:r>
                        <a:rPr lang="en-US" altLang="ja-JP" sz="1400" b="0" dirty="0">
                          <a:solidFill>
                            <a:schemeClr val="tx1"/>
                          </a:solidFill>
                        </a:rPr>
                        <a:t>45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20" name="角丸四角形吹き出し 119">
            <a:extLst>
              <a:ext uri="{FF2B5EF4-FFF2-40B4-BE49-F238E27FC236}">
                <a16:creationId xmlns:a16="http://schemas.microsoft.com/office/drawing/2014/main" id="{4901D371-B141-B939-323D-CE852C24FAB7}"/>
              </a:ext>
            </a:extLst>
          </p:cNvPr>
          <p:cNvSpPr/>
          <p:nvPr/>
        </p:nvSpPr>
        <p:spPr>
          <a:xfrm>
            <a:off x="7295332" y="8791954"/>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ミルクボーイさんの漫才を見て久々に</a:t>
            </a:r>
            <a:endParaRPr lang="en-US" altLang="ja-JP" sz="1400" dirty="0">
              <a:solidFill>
                <a:sysClr val="windowText" lastClr="000000"/>
              </a:solidFill>
            </a:endParaRPr>
          </a:p>
          <a:p>
            <a:pPr algn="ctr"/>
            <a:r>
              <a:rPr lang="ja-JP" altLang="en-US" sz="1400">
                <a:solidFill>
                  <a:sysClr val="windowText" lastClr="000000"/>
                </a:solidFill>
              </a:rPr>
              <a:t>大笑いしました。お笑いは偉大！！</a:t>
            </a:r>
            <a:endParaRPr lang="en-US" altLang="ja-JP" sz="1400" dirty="0">
              <a:solidFill>
                <a:sysClr val="windowText" lastClr="000000"/>
              </a:solidFill>
            </a:endParaRPr>
          </a:p>
        </p:txBody>
      </p:sp>
      <p:sp>
        <p:nvSpPr>
          <p:cNvPr id="122" name="角丸四角形吹き出し 121">
            <a:extLst>
              <a:ext uri="{FF2B5EF4-FFF2-40B4-BE49-F238E27FC236}">
                <a16:creationId xmlns:a16="http://schemas.microsoft.com/office/drawing/2014/main" id="{8DAB5004-FB57-CD18-D5F7-2A749DDECAFF}"/>
              </a:ext>
            </a:extLst>
          </p:cNvPr>
          <p:cNvSpPr/>
          <p:nvPr/>
        </p:nvSpPr>
        <p:spPr>
          <a:xfrm>
            <a:off x="7295332" y="9567309"/>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ysClr val="windowText" lastClr="000000"/>
                </a:solidFill>
              </a:rPr>
              <a:t>11</a:t>
            </a:r>
            <a:r>
              <a:rPr lang="ja-JP" altLang="en-US" sz="1400">
                <a:solidFill>
                  <a:sysClr val="windowText" lastClr="000000"/>
                </a:solidFill>
              </a:rPr>
              <a:t>月の漫才ブームにてＮＧＫデビューしますので、皆さんと交流できれば</a:t>
            </a:r>
            <a:endParaRPr lang="en-US" altLang="ja-JP" sz="1400" dirty="0">
              <a:solidFill>
                <a:sysClr val="windowText" lastClr="000000"/>
              </a:solidFill>
            </a:endParaRPr>
          </a:p>
        </p:txBody>
      </p:sp>
      <p:graphicFrame>
        <p:nvGraphicFramePr>
          <p:cNvPr id="123" name="表 24">
            <a:extLst>
              <a:ext uri="{FF2B5EF4-FFF2-40B4-BE49-F238E27FC236}">
                <a16:creationId xmlns:a16="http://schemas.microsoft.com/office/drawing/2014/main" id="{266FAF6D-DCA4-BCF8-3832-7608F115AD13}"/>
              </a:ext>
            </a:extLst>
          </p:cNvPr>
          <p:cNvGraphicFramePr>
            <a:graphicFrameLocks noGrp="1"/>
          </p:cNvGraphicFramePr>
          <p:nvPr>
            <p:extLst>
              <p:ext uri="{D42A27DB-BD31-4B8C-83A1-F6EECF244321}">
                <p14:modId xmlns:p14="http://schemas.microsoft.com/office/powerpoint/2010/main" val="2487375243"/>
              </p:ext>
            </p:extLst>
          </p:nvPr>
        </p:nvGraphicFramePr>
        <p:xfrm>
          <a:off x="11184741" y="955546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T0038</a:t>
                      </a:r>
                    </a:p>
                    <a:p>
                      <a:pPr algn="ctr"/>
                      <a:r>
                        <a:rPr kumimoji="1" lang="ja-JP" altLang="en-US" sz="1400" b="0">
                          <a:solidFill>
                            <a:schemeClr val="tx1"/>
                          </a:solidFill>
                        </a:rPr>
                        <a:t>大阪</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ちえ</a:t>
                      </a:r>
                      <a:endParaRPr lang="en-US" altLang="ja-JP" sz="1400" b="0" dirty="0">
                        <a:solidFill>
                          <a:schemeClr val="tx1"/>
                        </a:solidFill>
                      </a:endParaRPr>
                    </a:p>
                    <a:p>
                      <a:pPr algn="ctr"/>
                      <a:r>
                        <a:rPr lang="en-US" altLang="ja-JP" sz="1400" b="0" dirty="0">
                          <a:solidFill>
                            <a:schemeClr val="tx1"/>
                          </a:solidFill>
                        </a:rPr>
                        <a:t>51</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24" name="角丸四角形吹き出し 123">
            <a:extLst>
              <a:ext uri="{FF2B5EF4-FFF2-40B4-BE49-F238E27FC236}">
                <a16:creationId xmlns:a16="http://schemas.microsoft.com/office/drawing/2014/main" id="{4F33356E-28DF-9527-0764-4E3124952F84}"/>
              </a:ext>
            </a:extLst>
          </p:cNvPr>
          <p:cNvSpPr/>
          <p:nvPr/>
        </p:nvSpPr>
        <p:spPr>
          <a:xfrm>
            <a:off x="7295332" y="10305788"/>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夢紀行で内海さんの方が</a:t>
            </a:r>
            <a:endParaRPr lang="en-US" altLang="ja-JP" sz="1400" dirty="0">
              <a:solidFill>
                <a:sysClr val="windowText" lastClr="000000"/>
              </a:solidFill>
            </a:endParaRPr>
          </a:p>
          <a:p>
            <a:pPr algn="ctr"/>
            <a:r>
              <a:rPr lang="ja-JP" altLang="en-US" sz="1400">
                <a:solidFill>
                  <a:sysClr val="windowText" lastClr="000000"/>
                </a:solidFill>
              </a:rPr>
              <a:t>ハゲてると判断しました</a:t>
            </a:r>
            <a:endParaRPr lang="en-US" altLang="ja-JP" sz="1400" dirty="0">
              <a:solidFill>
                <a:sysClr val="windowText" lastClr="000000"/>
              </a:solidFill>
            </a:endParaRPr>
          </a:p>
        </p:txBody>
      </p:sp>
      <p:graphicFrame>
        <p:nvGraphicFramePr>
          <p:cNvPr id="125" name="表 24">
            <a:extLst>
              <a:ext uri="{FF2B5EF4-FFF2-40B4-BE49-F238E27FC236}">
                <a16:creationId xmlns:a16="http://schemas.microsoft.com/office/drawing/2014/main" id="{2B3266B6-185A-F4C3-EA24-4AEDE2EBDE4D}"/>
              </a:ext>
            </a:extLst>
          </p:cNvPr>
          <p:cNvGraphicFramePr>
            <a:graphicFrameLocks noGrp="1"/>
          </p:cNvGraphicFramePr>
          <p:nvPr>
            <p:extLst>
              <p:ext uri="{D42A27DB-BD31-4B8C-83A1-F6EECF244321}">
                <p14:modId xmlns:p14="http://schemas.microsoft.com/office/powerpoint/2010/main" val="2005587236"/>
              </p:ext>
            </p:extLst>
          </p:nvPr>
        </p:nvGraphicFramePr>
        <p:xfrm>
          <a:off x="11184741" y="1029394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T0039</a:t>
                      </a:r>
                    </a:p>
                    <a:p>
                      <a:pPr algn="ctr"/>
                      <a:r>
                        <a:rPr kumimoji="1" lang="ja-JP" altLang="en-US" sz="1400" b="0">
                          <a:solidFill>
                            <a:schemeClr val="tx1"/>
                          </a:solidFill>
                        </a:rPr>
                        <a:t>大阪</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てるみ</a:t>
                      </a:r>
                      <a:endParaRPr lang="en-US" altLang="ja-JP" sz="1400" b="0" dirty="0">
                        <a:solidFill>
                          <a:schemeClr val="tx1"/>
                        </a:solidFill>
                      </a:endParaRPr>
                    </a:p>
                    <a:p>
                      <a:pPr algn="ctr"/>
                      <a:r>
                        <a:rPr lang="en-US" altLang="ja-JP" sz="1400" b="0" dirty="0">
                          <a:solidFill>
                            <a:schemeClr val="tx1"/>
                          </a:solidFill>
                        </a:rPr>
                        <a:t>45</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26" name="角丸四角形吹き出し 125">
            <a:extLst>
              <a:ext uri="{FF2B5EF4-FFF2-40B4-BE49-F238E27FC236}">
                <a16:creationId xmlns:a16="http://schemas.microsoft.com/office/drawing/2014/main" id="{CF9C80E6-B661-24B3-D666-7537F3DAD0B7}"/>
              </a:ext>
            </a:extLst>
          </p:cNvPr>
          <p:cNvSpPr/>
          <p:nvPr/>
        </p:nvSpPr>
        <p:spPr>
          <a:xfrm>
            <a:off x="7295332" y="11090934"/>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赤いバンダナで犬の服作れます</a:t>
            </a:r>
            <a:endParaRPr lang="en-US" altLang="ja-JP" sz="1400" dirty="0">
              <a:solidFill>
                <a:sysClr val="windowText" lastClr="000000"/>
              </a:solidFill>
            </a:endParaRPr>
          </a:p>
          <a:p>
            <a:pPr algn="ctr"/>
            <a:r>
              <a:rPr lang="en-US" altLang="ja-JP" sz="1400" dirty="0">
                <a:solidFill>
                  <a:sysClr val="windowText" lastClr="000000"/>
                </a:solidFill>
              </a:rPr>
              <a:t>(</a:t>
            </a:r>
            <a:r>
              <a:rPr lang="ja-JP" altLang="en-US" sz="1400">
                <a:solidFill>
                  <a:sysClr val="windowText" lastClr="000000"/>
                </a:solidFill>
              </a:rPr>
              <a:t>犬種問いません</a:t>
            </a:r>
            <a:r>
              <a:rPr lang="en-US" altLang="ja-JP" sz="1400" dirty="0">
                <a:solidFill>
                  <a:sysClr val="windowText" lastClr="000000"/>
                </a:solidFill>
              </a:rPr>
              <a:t>)</a:t>
            </a:r>
            <a:endParaRPr lang="ja-JP" altLang="en-US" sz="1400" dirty="0">
              <a:solidFill>
                <a:sysClr val="windowText" lastClr="000000"/>
              </a:solidFill>
            </a:endParaRPr>
          </a:p>
        </p:txBody>
      </p:sp>
      <p:sp>
        <p:nvSpPr>
          <p:cNvPr id="128" name="角丸四角形吹き出し 127">
            <a:extLst>
              <a:ext uri="{FF2B5EF4-FFF2-40B4-BE49-F238E27FC236}">
                <a16:creationId xmlns:a16="http://schemas.microsoft.com/office/drawing/2014/main" id="{28BD65D2-506A-E2D9-4B34-CE2D2AFC48F6}"/>
              </a:ext>
            </a:extLst>
          </p:cNvPr>
          <p:cNvSpPr/>
          <p:nvPr/>
        </p:nvSpPr>
        <p:spPr>
          <a:xfrm>
            <a:off x="7295332" y="11847200"/>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どこいこ</a:t>
            </a:r>
            <a:r>
              <a:rPr lang="en-US" altLang="ja-JP" sz="1400" dirty="0">
                <a:solidFill>
                  <a:sysClr val="windowText" lastClr="000000"/>
                </a:solidFill>
              </a:rPr>
              <a:t>⁉︎</a:t>
            </a:r>
            <a:r>
              <a:rPr lang="ja-JP" altLang="en-US" sz="1400">
                <a:solidFill>
                  <a:sysClr val="windowText" lastClr="000000"/>
                </a:solidFill>
              </a:rPr>
              <a:t>から駒場さんが気になり</a:t>
            </a:r>
            <a:endParaRPr lang="en-US" altLang="ja-JP" sz="1400" dirty="0">
              <a:solidFill>
                <a:sysClr val="windowText" lastClr="000000"/>
              </a:solidFill>
            </a:endParaRPr>
          </a:p>
          <a:p>
            <a:pPr algn="ctr"/>
            <a:r>
              <a:rPr lang="ja-JP" altLang="en-US" sz="1400">
                <a:solidFill>
                  <a:sysClr val="windowText" lastClr="000000"/>
                </a:solidFill>
              </a:rPr>
              <a:t>ミルクボーイの大ファンです</a:t>
            </a:r>
            <a:endParaRPr lang="en-US" altLang="ja-JP" sz="1400" dirty="0">
              <a:solidFill>
                <a:sysClr val="windowText" lastClr="000000"/>
              </a:solidFill>
            </a:endParaRPr>
          </a:p>
        </p:txBody>
      </p:sp>
      <p:graphicFrame>
        <p:nvGraphicFramePr>
          <p:cNvPr id="129" name="表 24">
            <a:extLst>
              <a:ext uri="{FF2B5EF4-FFF2-40B4-BE49-F238E27FC236}">
                <a16:creationId xmlns:a16="http://schemas.microsoft.com/office/drawing/2014/main" id="{4D646D4C-578F-A2AC-7319-5E32D3C053E4}"/>
              </a:ext>
            </a:extLst>
          </p:cNvPr>
          <p:cNvGraphicFramePr>
            <a:graphicFrameLocks noGrp="1"/>
          </p:cNvGraphicFramePr>
          <p:nvPr>
            <p:extLst>
              <p:ext uri="{D42A27DB-BD31-4B8C-83A1-F6EECF244321}">
                <p14:modId xmlns:p14="http://schemas.microsoft.com/office/powerpoint/2010/main" val="3298601123"/>
              </p:ext>
            </p:extLst>
          </p:nvPr>
        </p:nvGraphicFramePr>
        <p:xfrm>
          <a:off x="11184741" y="1183535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T0041</a:t>
                      </a:r>
                    </a:p>
                    <a:p>
                      <a:pPr algn="ctr"/>
                      <a:r>
                        <a:rPr kumimoji="1" lang="ja-JP" altLang="en-US" sz="1400" b="0">
                          <a:solidFill>
                            <a:schemeClr val="tx1"/>
                          </a:solidFill>
                        </a:rPr>
                        <a:t>大阪</a:t>
                      </a: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ja-JP" altLang="en-US" sz="1400" b="0">
                          <a:solidFill>
                            <a:schemeClr val="tx1"/>
                          </a:solidFill>
                        </a:rPr>
                        <a:t>あやこ</a:t>
                      </a:r>
                      <a:endParaRPr lang="en-US" altLang="ja-JP" sz="1400" b="0" dirty="0">
                        <a:solidFill>
                          <a:schemeClr val="tx1"/>
                        </a:solidFill>
                      </a:endParaRPr>
                    </a:p>
                    <a:p>
                      <a:pPr algn="ctr"/>
                      <a:r>
                        <a:rPr lang="en-US" altLang="ja-JP" sz="1400" b="0" dirty="0">
                          <a:solidFill>
                            <a:schemeClr val="tx1"/>
                          </a:solidFill>
                        </a:rPr>
                        <a:t>48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130" name="表 24">
            <a:extLst>
              <a:ext uri="{FF2B5EF4-FFF2-40B4-BE49-F238E27FC236}">
                <a16:creationId xmlns:a16="http://schemas.microsoft.com/office/drawing/2014/main" id="{5E2C9388-9297-10E0-6965-21E12C1F098F}"/>
              </a:ext>
            </a:extLst>
          </p:cNvPr>
          <p:cNvGraphicFramePr>
            <a:graphicFrameLocks noGrp="1"/>
          </p:cNvGraphicFramePr>
          <p:nvPr>
            <p:extLst>
              <p:ext uri="{D42A27DB-BD31-4B8C-83A1-F6EECF244321}">
                <p14:modId xmlns:p14="http://schemas.microsoft.com/office/powerpoint/2010/main" val="953773210"/>
              </p:ext>
            </p:extLst>
          </p:nvPr>
        </p:nvGraphicFramePr>
        <p:xfrm>
          <a:off x="11184741" y="12590553"/>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T0042</a:t>
                      </a:r>
                    </a:p>
                    <a:p>
                      <a:pPr algn="ctr"/>
                      <a:r>
                        <a:rPr kumimoji="1" lang="ja-JP" altLang="en-US" sz="1400" b="0">
                          <a:solidFill>
                            <a:schemeClr val="tx1"/>
                          </a:solidFill>
                        </a:rPr>
                        <a:t>兵庫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ちか</a:t>
                      </a:r>
                      <a:endParaRPr lang="en-US" altLang="ja-JP" sz="1400" b="0" dirty="0">
                        <a:solidFill>
                          <a:schemeClr val="tx1"/>
                        </a:solidFill>
                      </a:endParaRPr>
                    </a:p>
                    <a:p>
                      <a:pPr algn="ctr"/>
                      <a:r>
                        <a:rPr lang="en-US" altLang="ja-JP" sz="1400" b="0" dirty="0">
                          <a:solidFill>
                            <a:schemeClr val="tx1"/>
                          </a:solidFill>
                        </a:rPr>
                        <a:t>49</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131" name="角丸四角形吹き出し 130">
            <a:extLst>
              <a:ext uri="{FF2B5EF4-FFF2-40B4-BE49-F238E27FC236}">
                <a16:creationId xmlns:a16="http://schemas.microsoft.com/office/drawing/2014/main" id="{88F47411-B873-1AE1-6098-990C56C536BB}"/>
              </a:ext>
            </a:extLst>
          </p:cNvPr>
          <p:cNvSpPr/>
          <p:nvPr/>
        </p:nvSpPr>
        <p:spPr>
          <a:xfrm>
            <a:off x="7295332" y="12602876"/>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108000" rIns="0" rtlCol="0" anchor="ctr"/>
          <a:lstStyle/>
          <a:p>
            <a:pPr algn="ctr"/>
            <a:r>
              <a:rPr lang="ja-JP" altLang="en-US" sz="1400">
                <a:solidFill>
                  <a:sysClr val="windowText" lastClr="000000"/>
                </a:solidFill>
              </a:rPr>
              <a:t>中学生の頃からお笑い好き！皆さんとミルクボーイさんを応援したいです！</a:t>
            </a:r>
            <a:endParaRPr lang="en-US" altLang="ja-JP" sz="1400" dirty="0">
              <a:solidFill>
                <a:sysClr val="windowText" lastClr="000000"/>
              </a:solidFill>
            </a:endParaRPr>
          </a:p>
        </p:txBody>
      </p:sp>
      <p:graphicFrame>
        <p:nvGraphicFramePr>
          <p:cNvPr id="127" name="表 24">
            <a:extLst>
              <a:ext uri="{FF2B5EF4-FFF2-40B4-BE49-F238E27FC236}">
                <a16:creationId xmlns:a16="http://schemas.microsoft.com/office/drawing/2014/main" id="{A32A045F-AA1F-E483-F849-FF6118493D4A}"/>
              </a:ext>
            </a:extLst>
          </p:cNvPr>
          <p:cNvGraphicFramePr>
            <a:graphicFrameLocks noGrp="1"/>
          </p:cNvGraphicFramePr>
          <p:nvPr>
            <p:extLst>
              <p:ext uri="{D42A27DB-BD31-4B8C-83A1-F6EECF244321}">
                <p14:modId xmlns:p14="http://schemas.microsoft.com/office/powerpoint/2010/main" val="1870544800"/>
              </p:ext>
            </p:extLst>
          </p:nvPr>
        </p:nvGraphicFramePr>
        <p:xfrm>
          <a:off x="11184742" y="11084407"/>
          <a:ext cx="1830909"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7">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T0040</a:t>
                      </a:r>
                    </a:p>
                    <a:p>
                      <a:pPr algn="ctr"/>
                      <a:r>
                        <a:rPr kumimoji="1" lang="ja-JP" altLang="en-US" sz="1400" b="0">
                          <a:solidFill>
                            <a:schemeClr val="bg1"/>
                          </a:solidFill>
                        </a:rPr>
                        <a:t>山口</a:t>
                      </a:r>
                      <a:endParaRPr kumimoji="1" lang="en-US" altLang="ja-JP" sz="1400" b="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ja-JP" altLang="en-US" sz="1400" b="0">
                          <a:solidFill>
                            <a:schemeClr val="tx1"/>
                          </a:solidFill>
                        </a:rPr>
                        <a:t>さえみ</a:t>
                      </a:r>
                      <a:endParaRPr lang="en-US" altLang="ja-JP" sz="1400" b="0" dirty="0">
                        <a:solidFill>
                          <a:schemeClr val="tx1"/>
                        </a:solidFill>
                      </a:endParaRPr>
                    </a:p>
                    <a:p>
                      <a:pPr algn="ctr"/>
                      <a:r>
                        <a:rPr lang="en-US" altLang="ja-JP" sz="1400" b="0" dirty="0">
                          <a:solidFill>
                            <a:schemeClr val="tx1"/>
                          </a:solidFill>
                        </a:rPr>
                        <a:t>43</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9" name="角丸四角形吹き出し 8">
            <a:extLst>
              <a:ext uri="{FF2B5EF4-FFF2-40B4-BE49-F238E27FC236}">
                <a16:creationId xmlns:a16="http://schemas.microsoft.com/office/drawing/2014/main" id="{F916374D-FF13-C09B-FB97-CD3F546A8F86}"/>
              </a:ext>
            </a:extLst>
          </p:cNvPr>
          <p:cNvSpPr/>
          <p:nvPr/>
        </p:nvSpPr>
        <p:spPr>
          <a:xfrm>
            <a:off x="7297791" y="13338671"/>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ボンカタを聞いて入りたくなり</a:t>
            </a:r>
            <a:endParaRPr lang="en-US" altLang="ja-JP" sz="1400" dirty="0">
              <a:solidFill>
                <a:sysClr val="windowText" lastClr="000000"/>
              </a:solidFill>
            </a:endParaRPr>
          </a:p>
          <a:p>
            <a:pPr algn="ctr"/>
            <a:r>
              <a:rPr lang="ja-JP" altLang="en-US" sz="1400">
                <a:solidFill>
                  <a:sysClr val="windowText" lastClr="000000"/>
                </a:solidFill>
              </a:rPr>
              <a:t>ました！常に大阪遠征計画中。</a:t>
            </a:r>
            <a:endParaRPr lang="en-US" altLang="ja-JP" sz="1400" dirty="0">
              <a:solidFill>
                <a:sysClr val="windowText" lastClr="000000"/>
              </a:solidFill>
            </a:endParaRPr>
          </a:p>
        </p:txBody>
      </p:sp>
      <p:graphicFrame>
        <p:nvGraphicFramePr>
          <p:cNvPr id="37" name="表 24">
            <a:extLst>
              <a:ext uri="{FF2B5EF4-FFF2-40B4-BE49-F238E27FC236}">
                <a16:creationId xmlns:a16="http://schemas.microsoft.com/office/drawing/2014/main" id="{040CCA71-D75D-F2D9-C77F-832B9831361B}"/>
              </a:ext>
            </a:extLst>
          </p:cNvPr>
          <p:cNvGraphicFramePr>
            <a:graphicFrameLocks noGrp="1"/>
          </p:cNvGraphicFramePr>
          <p:nvPr>
            <p:extLst>
              <p:ext uri="{D42A27DB-BD31-4B8C-83A1-F6EECF244321}">
                <p14:modId xmlns:p14="http://schemas.microsoft.com/office/powerpoint/2010/main" val="1561975864"/>
              </p:ext>
            </p:extLst>
          </p:nvPr>
        </p:nvGraphicFramePr>
        <p:xfrm>
          <a:off x="11187200" y="1333412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T0043</a:t>
                      </a:r>
                    </a:p>
                    <a:p>
                      <a:pPr algn="ctr"/>
                      <a:r>
                        <a:rPr kumimoji="1" lang="ja-JP" altLang="en-US" sz="1400" b="0">
                          <a:solidFill>
                            <a:schemeClr val="bg1"/>
                          </a:solidFill>
                        </a:rPr>
                        <a:t>静岡</a:t>
                      </a:r>
                      <a:endParaRPr kumimoji="1" lang="en-US" altLang="ja-JP" sz="1400" b="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ゆうき</a:t>
                      </a:r>
                      <a:endParaRPr lang="en-US" altLang="ja-JP" sz="1400" b="0" dirty="0">
                        <a:solidFill>
                          <a:schemeClr val="tx1"/>
                        </a:solidFill>
                      </a:endParaRPr>
                    </a:p>
                    <a:p>
                      <a:pPr algn="ctr"/>
                      <a:r>
                        <a:rPr lang="en-US" altLang="ja-JP" sz="1400" b="0" dirty="0">
                          <a:solidFill>
                            <a:schemeClr val="tx1"/>
                          </a:solidFill>
                        </a:rPr>
                        <a:t>30</a:t>
                      </a:r>
                      <a:r>
                        <a:rPr lang="ja-JP" altLang="en-US" sz="1400" b="0">
                          <a:solidFill>
                            <a:schemeClr val="tx1"/>
                          </a:solidFill>
                        </a:rPr>
                        <a:t>代</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38" name="表 24">
            <a:extLst>
              <a:ext uri="{FF2B5EF4-FFF2-40B4-BE49-F238E27FC236}">
                <a16:creationId xmlns:a16="http://schemas.microsoft.com/office/drawing/2014/main" id="{9EFA0B5F-E19A-2096-C03E-A5153ACD7760}"/>
              </a:ext>
            </a:extLst>
          </p:cNvPr>
          <p:cNvGraphicFramePr>
            <a:graphicFrameLocks noGrp="1"/>
          </p:cNvGraphicFramePr>
          <p:nvPr>
            <p:extLst>
              <p:ext uri="{D42A27DB-BD31-4B8C-83A1-F6EECF244321}">
                <p14:modId xmlns:p14="http://schemas.microsoft.com/office/powerpoint/2010/main" val="2464990355"/>
              </p:ext>
            </p:extLst>
          </p:nvPr>
        </p:nvGraphicFramePr>
        <p:xfrm>
          <a:off x="11184741" y="1405704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T0044</a:t>
                      </a:r>
                    </a:p>
                    <a:p>
                      <a:pPr algn="ctr"/>
                      <a:r>
                        <a:rPr kumimoji="1" lang="ja-JP" altLang="en-US" sz="1400" b="0">
                          <a:solidFill>
                            <a:schemeClr val="tx1"/>
                          </a:solidFill>
                        </a:rPr>
                        <a:t>神戸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えみりぃ</a:t>
                      </a:r>
                      <a:endParaRPr lang="en-US" altLang="ja-JP" sz="1400" b="0" dirty="0">
                        <a:solidFill>
                          <a:schemeClr val="tx1"/>
                        </a:solidFill>
                      </a:endParaRPr>
                    </a:p>
                    <a:p>
                      <a:pPr algn="ctr"/>
                      <a:r>
                        <a:rPr lang="en-US" altLang="ja-JP" sz="1400" b="0" dirty="0">
                          <a:solidFill>
                            <a:schemeClr val="tx1"/>
                          </a:solidFill>
                        </a:rPr>
                        <a:t>56</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40" name="角丸四角形吹き出し 39">
            <a:extLst>
              <a:ext uri="{FF2B5EF4-FFF2-40B4-BE49-F238E27FC236}">
                <a16:creationId xmlns:a16="http://schemas.microsoft.com/office/drawing/2014/main" id="{275E3F9C-43AB-21C5-7053-3F4CF77E3BE7}"/>
              </a:ext>
            </a:extLst>
          </p:cNvPr>
          <p:cNvSpPr/>
          <p:nvPr/>
        </p:nvSpPr>
        <p:spPr>
          <a:xfrm>
            <a:off x="7295332" y="1405704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108000" rIns="0" rtlCol="0" anchor="ctr"/>
          <a:lstStyle/>
          <a:p>
            <a:pPr algn="ctr"/>
            <a:r>
              <a:rPr lang="ja-JP" altLang="en-US" sz="1400">
                <a:solidFill>
                  <a:sysClr val="windowText" lastClr="000000"/>
                </a:solidFill>
              </a:rPr>
              <a:t>美味しい焼き菓子やパンは</a:t>
            </a:r>
            <a:endParaRPr lang="en-US" altLang="ja-JP" sz="1400" dirty="0">
              <a:solidFill>
                <a:sysClr val="windowText" lastClr="000000"/>
              </a:solidFill>
            </a:endParaRPr>
          </a:p>
          <a:p>
            <a:pPr algn="ctr"/>
            <a:r>
              <a:rPr lang="ja-JP" altLang="en-US" sz="1400">
                <a:solidFill>
                  <a:sysClr val="windowText" lastClr="000000"/>
                </a:solidFill>
              </a:rPr>
              <a:t>おまかせください！</a:t>
            </a:r>
            <a:endParaRPr lang="en-US" altLang="ja-JP" sz="1400" dirty="0">
              <a:solidFill>
                <a:sysClr val="windowText" lastClr="000000"/>
              </a:solidFill>
            </a:endParaRPr>
          </a:p>
        </p:txBody>
      </p:sp>
      <p:graphicFrame>
        <p:nvGraphicFramePr>
          <p:cNvPr id="72" name="表 24">
            <a:extLst>
              <a:ext uri="{FF2B5EF4-FFF2-40B4-BE49-F238E27FC236}">
                <a16:creationId xmlns:a16="http://schemas.microsoft.com/office/drawing/2014/main" id="{3C3FD1C6-7D8B-0F1F-8440-A04DF1F644C2}"/>
              </a:ext>
            </a:extLst>
          </p:cNvPr>
          <p:cNvGraphicFramePr>
            <a:graphicFrameLocks noGrp="1"/>
          </p:cNvGraphicFramePr>
          <p:nvPr>
            <p:extLst>
              <p:ext uri="{D42A27DB-BD31-4B8C-83A1-F6EECF244321}">
                <p14:modId xmlns:p14="http://schemas.microsoft.com/office/powerpoint/2010/main" val="3552737936"/>
              </p:ext>
            </p:extLst>
          </p:nvPr>
        </p:nvGraphicFramePr>
        <p:xfrm>
          <a:off x="11184741" y="1483838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T0045</a:t>
                      </a:r>
                    </a:p>
                    <a:p>
                      <a:pPr algn="ctr"/>
                      <a:r>
                        <a:rPr kumimoji="1" lang="ja-JP" altLang="en-US" sz="1400" b="0">
                          <a:solidFill>
                            <a:schemeClr val="tx1"/>
                          </a:solidFill>
                        </a:rPr>
                        <a:t>神戸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7E7"/>
                    </a:solidFill>
                  </a:tcPr>
                </a:tc>
                <a:tc>
                  <a:txBody>
                    <a:bodyPr/>
                    <a:lstStyle/>
                    <a:p>
                      <a:pPr algn="ctr"/>
                      <a:r>
                        <a:rPr lang="ja-JP" altLang="en-US" sz="1400" b="0">
                          <a:solidFill>
                            <a:schemeClr val="tx1"/>
                          </a:solidFill>
                        </a:rPr>
                        <a:t>ノリコ</a:t>
                      </a:r>
                      <a:endParaRPr lang="en-US" altLang="ja-JP" sz="1400" b="0" dirty="0">
                        <a:solidFill>
                          <a:schemeClr val="tx1"/>
                        </a:solidFill>
                      </a:endParaRPr>
                    </a:p>
                    <a:p>
                      <a:pPr algn="ctr"/>
                      <a:r>
                        <a:rPr lang="en-US" altLang="ja-JP" sz="1400" b="0" dirty="0">
                          <a:solidFill>
                            <a:schemeClr val="tx1"/>
                          </a:solidFill>
                        </a:rPr>
                        <a:t>48</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73" name="角丸四角形吹き出し 72">
            <a:extLst>
              <a:ext uri="{FF2B5EF4-FFF2-40B4-BE49-F238E27FC236}">
                <a16:creationId xmlns:a16="http://schemas.microsoft.com/office/drawing/2014/main" id="{7047EE95-1D90-BA51-8634-454F0A8361A9}"/>
              </a:ext>
            </a:extLst>
          </p:cNvPr>
          <p:cNvSpPr/>
          <p:nvPr/>
        </p:nvSpPr>
        <p:spPr>
          <a:xfrm>
            <a:off x="7295332" y="14838384"/>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tIns="108000" rIns="0" rtlCol="0" anchor="ctr"/>
          <a:lstStyle/>
          <a:p>
            <a:pPr algn="ctr"/>
            <a:r>
              <a:rPr lang="ja-JP" altLang="en-US" sz="1400">
                <a:solidFill>
                  <a:sysClr val="windowText" lastClr="000000"/>
                </a:solidFill>
              </a:rPr>
              <a:t>師範所持してます。</a:t>
            </a:r>
            <a:endParaRPr lang="en-US" altLang="ja-JP" sz="1400" dirty="0">
              <a:solidFill>
                <a:sysClr val="windowText" lastClr="000000"/>
              </a:solidFill>
            </a:endParaRPr>
          </a:p>
          <a:p>
            <a:pPr algn="ctr"/>
            <a:r>
              <a:rPr lang="ja-JP" altLang="en-US" sz="1400">
                <a:solidFill>
                  <a:sysClr val="windowText" lastClr="000000"/>
                </a:solidFill>
              </a:rPr>
              <a:t>畢耕はおまかせあれ！</a:t>
            </a:r>
            <a:endParaRPr lang="en-US" altLang="ja-JP" sz="1400" dirty="0">
              <a:solidFill>
                <a:sysClr val="windowText" lastClr="000000"/>
              </a:solidFill>
            </a:endParaRPr>
          </a:p>
        </p:txBody>
      </p:sp>
      <p:sp>
        <p:nvSpPr>
          <p:cNvPr id="39" name="角丸四角形吹き出し 38">
            <a:extLst>
              <a:ext uri="{FF2B5EF4-FFF2-40B4-BE49-F238E27FC236}">
                <a16:creationId xmlns:a16="http://schemas.microsoft.com/office/drawing/2014/main" id="{BFE012AE-0511-25A3-5CED-DEEDF5EFD13E}"/>
              </a:ext>
            </a:extLst>
          </p:cNvPr>
          <p:cNvSpPr/>
          <p:nvPr/>
        </p:nvSpPr>
        <p:spPr>
          <a:xfrm>
            <a:off x="7297791" y="15578951"/>
            <a:ext cx="3235935" cy="514967"/>
          </a:xfrm>
          <a:prstGeom prst="wedgeRoundRectCallout">
            <a:avLst>
              <a:gd name="adj1" fmla="val 64269"/>
              <a:gd name="adj2" fmla="val -14714"/>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400">
                <a:solidFill>
                  <a:sysClr val="windowText" lastClr="000000"/>
                </a:solidFill>
              </a:rPr>
              <a:t>人見知りで明るい田舎者</a:t>
            </a:r>
            <a:endParaRPr lang="en-US" altLang="ja-JP" sz="1400" dirty="0">
              <a:solidFill>
                <a:sysClr val="windowText" lastClr="000000"/>
              </a:solidFill>
            </a:endParaRPr>
          </a:p>
        </p:txBody>
      </p:sp>
      <p:graphicFrame>
        <p:nvGraphicFramePr>
          <p:cNvPr id="82" name="表 24">
            <a:extLst>
              <a:ext uri="{FF2B5EF4-FFF2-40B4-BE49-F238E27FC236}">
                <a16:creationId xmlns:a16="http://schemas.microsoft.com/office/drawing/2014/main" id="{7F82213B-ED90-F140-B07D-7F32F23FC5AC}"/>
              </a:ext>
            </a:extLst>
          </p:cNvPr>
          <p:cNvGraphicFramePr>
            <a:graphicFrameLocks noGrp="1"/>
          </p:cNvGraphicFramePr>
          <p:nvPr>
            <p:extLst>
              <p:ext uri="{D42A27DB-BD31-4B8C-83A1-F6EECF244321}">
                <p14:modId xmlns:p14="http://schemas.microsoft.com/office/powerpoint/2010/main" val="854799847"/>
              </p:ext>
            </p:extLst>
          </p:nvPr>
        </p:nvGraphicFramePr>
        <p:xfrm>
          <a:off x="11187200" y="15574402"/>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bg1"/>
                          </a:solidFill>
                        </a:rPr>
                        <a:t>T0046</a:t>
                      </a:r>
                    </a:p>
                    <a:p>
                      <a:pPr algn="ctr"/>
                      <a:r>
                        <a:rPr kumimoji="1" lang="ja-JP" altLang="en-US" sz="1400" b="0">
                          <a:solidFill>
                            <a:schemeClr val="bg1"/>
                          </a:solidFill>
                        </a:rPr>
                        <a:t>静岡</a:t>
                      </a:r>
                      <a:endParaRPr kumimoji="1" lang="en-US" altLang="ja-JP" sz="1400" b="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ja-JP" altLang="en-US" sz="1400" b="0">
                          <a:solidFill>
                            <a:schemeClr val="tx1"/>
                          </a:solidFill>
                        </a:rPr>
                        <a:t>らら</a:t>
                      </a:r>
                      <a:endParaRPr lang="en-US" altLang="ja-JP" sz="1400" b="0" dirty="0">
                        <a:solidFill>
                          <a:schemeClr val="tx1"/>
                        </a:solidFill>
                      </a:endParaRPr>
                    </a:p>
                    <a:p>
                      <a:pPr algn="ctr"/>
                      <a:r>
                        <a:rPr lang="ja-JP" altLang="en-US" sz="1400" b="0">
                          <a:solidFill>
                            <a:schemeClr val="tx1"/>
                          </a:solidFill>
                        </a:rPr>
                        <a:t>非公開</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graphicFrame>
        <p:nvGraphicFramePr>
          <p:cNvPr id="41" name="表 24">
            <a:extLst>
              <a:ext uri="{FF2B5EF4-FFF2-40B4-BE49-F238E27FC236}">
                <a16:creationId xmlns:a16="http://schemas.microsoft.com/office/drawing/2014/main" id="{4DB8FA29-FE4D-10A4-989E-89E23BFB0A39}"/>
              </a:ext>
            </a:extLst>
          </p:cNvPr>
          <p:cNvGraphicFramePr>
            <a:graphicFrameLocks noGrp="1"/>
          </p:cNvGraphicFramePr>
          <p:nvPr>
            <p:extLst>
              <p:ext uri="{D42A27DB-BD31-4B8C-83A1-F6EECF244321}">
                <p14:modId xmlns:p14="http://schemas.microsoft.com/office/powerpoint/2010/main" val="3841126116"/>
              </p:ext>
            </p:extLst>
          </p:nvPr>
        </p:nvGraphicFramePr>
        <p:xfrm>
          <a:off x="11184741" y="16322124"/>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T0047</a:t>
                      </a:r>
                    </a:p>
                    <a:p>
                      <a:pPr algn="ctr"/>
                      <a:r>
                        <a:rPr kumimoji="1" lang="ja-JP" altLang="en-US" sz="1400" b="0">
                          <a:solidFill>
                            <a:schemeClr val="tx1"/>
                          </a:solidFill>
                        </a:rPr>
                        <a:t>奈良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DD8EF"/>
                    </a:solidFill>
                  </a:tcPr>
                </a:tc>
                <a:tc>
                  <a:txBody>
                    <a:bodyPr/>
                    <a:lstStyle/>
                    <a:p>
                      <a:pPr algn="ctr"/>
                      <a:r>
                        <a:rPr lang="ja-JP" altLang="en-US" sz="1100" b="0">
                          <a:solidFill>
                            <a:schemeClr val="tx1"/>
                          </a:solidFill>
                        </a:rPr>
                        <a:t>ちはる</a:t>
                      </a:r>
                      <a:endParaRPr lang="en-US" altLang="ja-JP" sz="1100" b="0" dirty="0">
                        <a:solidFill>
                          <a:schemeClr val="tx1"/>
                        </a:solidFill>
                      </a:endParaRPr>
                    </a:p>
                    <a:p>
                      <a:pPr algn="ctr"/>
                      <a:r>
                        <a:rPr lang="en-US" altLang="ja-JP" sz="1400" b="0" dirty="0">
                          <a:solidFill>
                            <a:schemeClr val="tx1"/>
                          </a:solidFill>
                        </a:rPr>
                        <a:t>40</a:t>
                      </a:r>
                      <a:r>
                        <a:rPr lang="ja-JP" altLang="en-US" sz="1400" b="0">
                          <a:solidFill>
                            <a:schemeClr val="tx1"/>
                          </a:solidFill>
                        </a:rPr>
                        <a:t>代</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81" name="角丸四角形吹き出し 80">
            <a:extLst>
              <a:ext uri="{FF2B5EF4-FFF2-40B4-BE49-F238E27FC236}">
                <a16:creationId xmlns:a16="http://schemas.microsoft.com/office/drawing/2014/main" id="{96879AAA-1A2E-587C-1D43-48E11BC33AF8}"/>
              </a:ext>
            </a:extLst>
          </p:cNvPr>
          <p:cNvSpPr/>
          <p:nvPr/>
        </p:nvSpPr>
        <p:spPr>
          <a:xfrm>
            <a:off x="7295332" y="16302478"/>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映画配給会社の元宣伝マン</a:t>
            </a:r>
            <a:endParaRPr lang="en-US" altLang="ja-JP" sz="1400" dirty="0">
              <a:solidFill>
                <a:sysClr val="windowText" lastClr="000000"/>
              </a:solidFill>
            </a:endParaRPr>
          </a:p>
          <a:p>
            <a:pPr algn="ctr"/>
            <a:r>
              <a:rPr lang="ja-JP" altLang="en-US" sz="1400">
                <a:solidFill>
                  <a:sysClr val="windowText" lastClr="000000"/>
                </a:solidFill>
              </a:rPr>
              <a:t>イベント等あればお役に立てるかも</a:t>
            </a:r>
            <a:endParaRPr lang="en-US" altLang="ja-JP" sz="1400" dirty="0">
              <a:solidFill>
                <a:sysClr val="windowText" lastClr="000000"/>
              </a:solidFill>
            </a:endParaRPr>
          </a:p>
        </p:txBody>
      </p:sp>
      <p:graphicFrame>
        <p:nvGraphicFramePr>
          <p:cNvPr id="86" name="表 24">
            <a:extLst>
              <a:ext uri="{FF2B5EF4-FFF2-40B4-BE49-F238E27FC236}">
                <a16:creationId xmlns:a16="http://schemas.microsoft.com/office/drawing/2014/main" id="{4FAE9E97-EBB8-182B-B400-A541547F7AF3}"/>
              </a:ext>
            </a:extLst>
          </p:cNvPr>
          <p:cNvGraphicFramePr>
            <a:graphicFrameLocks noGrp="1"/>
          </p:cNvGraphicFramePr>
          <p:nvPr>
            <p:extLst>
              <p:ext uri="{D42A27DB-BD31-4B8C-83A1-F6EECF244321}">
                <p14:modId xmlns:p14="http://schemas.microsoft.com/office/powerpoint/2010/main" val="2513358392"/>
              </p:ext>
            </p:extLst>
          </p:nvPr>
        </p:nvGraphicFramePr>
        <p:xfrm>
          <a:off x="11184741" y="1708917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T0048</a:t>
                      </a:r>
                    </a:p>
                    <a:p>
                      <a:pPr algn="ctr"/>
                      <a:r>
                        <a:rPr kumimoji="1" lang="ja-JP" altLang="en-US" sz="1400" b="0">
                          <a:solidFill>
                            <a:schemeClr val="tx1"/>
                          </a:solidFill>
                        </a:rPr>
                        <a:t>東京</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BAF6"/>
                    </a:solidFill>
                  </a:tcPr>
                </a:tc>
                <a:tc>
                  <a:txBody>
                    <a:bodyPr/>
                    <a:lstStyle/>
                    <a:p>
                      <a:pPr algn="ctr"/>
                      <a:r>
                        <a:rPr lang="ja-JP" altLang="en-US" sz="1400" b="0">
                          <a:solidFill>
                            <a:schemeClr val="tx1"/>
                          </a:solidFill>
                        </a:rPr>
                        <a:t>ラスター</a:t>
                      </a:r>
                      <a:endParaRPr lang="en-US" altLang="ja-JP" sz="1400" b="0" dirty="0">
                        <a:solidFill>
                          <a:schemeClr val="tx1"/>
                        </a:solidFill>
                      </a:endParaRPr>
                    </a:p>
                    <a:p>
                      <a:pPr algn="ct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87" name="角丸四角形吹き出し 86">
            <a:extLst>
              <a:ext uri="{FF2B5EF4-FFF2-40B4-BE49-F238E27FC236}">
                <a16:creationId xmlns:a16="http://schemas.microsoft.com/office/drawing/2014/main" id="{A8ADF77D-575E-F434-1439-955A15C009E2}"/>
              </a:ext>
            </a:extLst>
          </p:cNvPr>
          <p:cNvSpPr/>
          <p:nvPr/>
        </p:nvSpPr>
        <p:spPr>
          <a:xfrm>
            <a:off x="7295332" y="1711472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altLang="ja-JP" sz="1400" dirty="0">
              <a:solidFill>
                <a:sysClr val="windowText" lastClr="000000"/>
              </a:solidFill>
            </a:endParaRPr>
          </a:p>
        </p:txBody>
      </p:sp>
      <p:graphicFrame>
        <p:nvGraphicFramePr>
          <p:cNvPr id="88" name="表 24">
            <a:extLst>
              <a:ext uri="{FF2B5EF4-FFF2-40B4-BE49-F238E27FC236}">
                <a16:creationId xmlns:a16="http://schemas.microsoft.com/office/drawing/2014/main" id="{90C2A99D-F21F-C043-5DFE-B1F18AA7DB79}"/>
              </a:ext>
            </a:extLst>
          </p:cNvPr>
          <p:cNvGraphicFramePr>
            <a:graphicFrameLocks noGrp="1"/>
          </p:cNvGraphicFramePr>
          <p:nvPr>
            <p:extLst>
              <p:ext uri="{D42A27DB-BD31-4B8C-83A1-F6EECF244321}">
                <p14:modId xmlns:p14="http://schemas.microsoft.com/office/powerpoint/2010/main" val="714747551"/>
              </p:ext>
            </p:extLst>
          </p:nvPr>
        </p:nvGraphicFramePr>
        <p:xfrm>
          <a:off x="11187603" y="17905470"/>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T0049</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まゆみ</a:t>
                      </a:r>
                      <a:endParaRPr lang="en-US" altLang="ja-JP" sz="1400" b="0" dirty="0">
                        <a:solidFill>
                          <a:schemeClr val="tx1"/>
                        </a:solidFill>
                      </a:endParaRPr>
                    </a:p>
                    <a:p>
                      <a:pPr algn="ctr"/>
                      <a:r>
                        <a:rPr lang="en-US" altLang="ja-JP" sz="1400" b="0" dirty="0">
                          <a:solidFill>
                            <a:schemeClr val="tx1"/>
                          </a:solidFill>
                        </a:rPr>
                        <a:t>??</a:t>
                      </a:r>
                      <a:r>
                        <a:rPr lang="ja-JP" altLang="en-US" sz="1400" b="0">
                          <a:solidFill>
                            <a:schemeClr val="tx1"/>
                          </a:solidFill>
                        </a:rPr>
                        <a:t>歳</a:t>
                      </a:r>
                      <a:endParaRPr lang="en-US" altLang="ja-JP"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89" name="角丸四角形吹き出し 88">
            <a:extLst>
              <a:ext uri="{FF2B5EF4-FFF2-40B4-BE49-F238E27FC236}">
                <a16:creationId xmlns:a16="http://schemas.microsoft.com/office/drawing/2014/main" id="{EB7B3657-C41E-C39F-603C-E9561F54DDF3}"/>
              </a:ext>
            </a:extLst>
          </p:cNvPr>
          <p:cNvSpPr/>
          <p:nvPr/>
        </p:nvSpPr>
        <p:spPr>
          <a:xfrm>
            <a:off x="7298194" y="17926000"/>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かずこの会に入りそびれていました。</a:t>
            </a:r>
            <a:endParaRPr lang="en-US" altLang="ja-JP" sz="1400" dirty="0">
              <a:solidFill>
                <a:sysClr val="windowText" lastClr="000000"/>
              </a:solidFill>
            </a:endParaRPr>
          </a:p>
        </p:txBody>
      </p:sp>
      <p:graphicFrame>
        <p:nvGraphicFramePr>
          <p:cNvPr id="90" name="表 24">
            <a:extLst>
              <a:ext uri="{FF2B5EF4-FFF2-40B4-BE49-F238E27FC236}">
                <a16:creationId xmlns:a16="http://schemas.microsoft.com/office/drawing/2014/main" id="{37DEB774-C85C-6F9B-A2FE-711E1C3F249E}"/>
              </a:ext>
            </a:extLst>
          </p:cNvPr>
          <p:cNvGraphicFramePr>
            <a:graphicFrameLocks noGrp="1"/>
          </p:cNvGraphicFramePr>
          <p:nvPr>
            <p:extLst>
              <p:ext uri="{D42A27DB-BD31-4B8C-83A1-F6EECF244321}">
                <p14:modId xmlns:p14="http://schemas.microsoft.com/office/powerpoint/2010/main" val="2041154842"/>
              </p:ext>
            </p:extLst>
          </p:nvPr>
        </p:nvGraphicFramePr>
        <p:xfrm>
          <a:off x="11187603" y="18654931"/>
          <a:ext cx="1830908" cy="518160"/>
        </p:xfrm>
        <a:graphic>
          <a:graphicData uri="http://schemas.openxmlformats.org/drawingml/2006/table">
            <a:tbl>
              <a:tblPr firstRow="1" bandRow="1">
                <a:tableStyleId>{5C22544A-7EE6-4342-B048-85BDC9FD1C3A}</a:tableStyleId>
              </a:tblPr>
              <a:tblGrid>
                <a:gridCol w="657052">
                  <a:extLst>
                    <a:ext uri="{9D8B030D-6E8A-4147-A177-3AD203B41FA5}">
                      <a16:colId xmlns:a16="http://schemas.microsoft.com/office/drawing/2014/main" val="291495438"/>
                    </a:ext>
                  </a:extLst>
                </a:gridCol>
                <a:gridCol w="1173856">
                  <a:extLst>
                    <a:ext uri="{9D8B030D-6E8A-4147-A177-3AD203B41FA5}">
                      <a16:colId xmlns:a16="http://schemas.microsoft.com/office/drawing/2014/main" val="1614509074"/>
                    </a:ext>
                  </a:extLst>
                </a:gridCol>
              </a:tblGrid>
              <a:tr h="486695">
                <a:tc>
                  <a:txBody>
                    <a:bodyPr/>
                    <a:lstStyle/>
                    <a:p>
                      <a:pPr algn="ctr"/>
                      <a:r>
                        <a:rPr kumimoji="1" lang="en-US" altLang="ja-JP" sz="1400" b="0" dirty="0">
                          <a:solidFill>
                            <a:schemeClr val="tx1"/>
                          </a:solidFill>
                        </a:rPr>
                        <a:t>T0050</a:t>
                      </a:r>
                    </a:p>
                    <a:p>
                      <a:pPr algn="ctr"/>
                      <a:r>
                        <a:rPr kumimoji="1" lang="ja-JP" altLang="en-US" sz="1400" b="0">
                          <a:solidFill>
                            <a:schemeClr val="tx1"/>
                          </a:solidFill>
                        </a:rPr>
                        <a:t>大阪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BAD"/>
                    </a:solidFill>
                  </a:tcPr>
                </a:tc>
                <a:tc>
                  <a:txBody>
                    <a:bodyPr/>
                    <a:lstStyle/>
                    <a:p>
                      <a:pPr algn="ctr"/>
                      <a:r>
                        <a:rPr lang="ja-JP" altLang="en-US" sz="1400" b="0">
                          <a:solidFill>
                            <a:schemeClr val="tx1"/>
                          </a:solidFill>
                        </a:rPr>
                        <a:t>ゆうこ</a:t>
                      </a:r>
                      <a:endParaRPr lang="en-US" altLang="ja-JP" sz="1400" b="0" dirty="0">
                        <a:solidFill>
                          <a:schemeClr val="tx1"/>
                        </a:solidFill>
                      </a:endParaRPr>
                    </a:p>
                    <a:p>
                      <a:pPr algn="ctr"/>
                      <a:r>
                        <a:rPr lang="en-US" altLang="ja-JP" sz="1400" b="0" dirty="0">
                          <a:solidFill>
                            <a:schemeClr val="tx1"/>
                          </a:solidFill>
                        </a:rPr>
                        <a:t>63</a:t>
                      </a:r>
                      <a:r>
                        <a:rPr lang="ja-JP" altLang="en-US" sz="1400" b="0">
                          <a:solidFill>
                            <a:schemeClr val="tx1"/>
                          </a:solidFill>
                        </a:rPr>
                        <a:t>歳</a:t>
                      </a:r>
                      <a:endParaRPr lang="en-US" altLang="ja-JP" sz="1400" b="0" dirty="0">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629161"/>
                  </a:ext>
                </a:extLst>
              </a:tr>
            </a:tbl>
          </a:graphicData>
        </a:graphic>
      </p:graphicFrame>
      <p:sp>
        <p:nvSpPr>
          <p:cNvPr id="91" name="角丸四角形吹き出し 90">
            <a:extLst>
              <a:ext uri="{FF2B5EF4-FFF2-40B4-BE49-F238E27FC236}">
                <a16:creationId xmlns:a16="http://schemas.microsoft.com/office/drawing/2014/main" id="{C0348A8A-C6E5-2B81-C188-FE4228C76D02}"/>
              </a:ext>
            </a:extLst>
          </p:cNvPr>
          <p:cNvSpPr/>
          <p:nvPr/>
        </p:nvSpPr>
        <p:spPr>
          <a:xfrm>
            <a:off x="7298194" y="18613337"/>
            <a:ext cx="3195045" cy="507089"/>
          </a:xfrm>
          <a:prstGeom prst="wedgeRoundRectCallout">
            <a:avLst>
              <a:gd name="adj1" fmla="val 65502"/>
              <a:gd name="adj2" fmla="val -16728"/>
              <a:gd name="adj3" fmla="val 16667"/>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ja-JP" altLang="en-US" sz="1400">
                <a:solidFill>
                  <a:sysClr val="windowText" lastClr="000000"/>
                </a:solidFill>
              </a:rPr>
              <a:t>ミルクボーイさん大好き！</a:t>
            </a:r>
            <a:endParaRPr lang="en-US" altLang="ja-JP" sz="1400" dirty="0">
              <a:solidFill>
                <a:sysClr val="windowText" lastClr="000000"/>
              </a:solidFill>
            </a:endParaRPr>
          </a:p>
        </p:txBody>
      </p:sp>
    </p:spTree>
    <p:extLst>
      <p:ext uri="{BB962C8B-B14F-4D97-AF65-F5344CB8AC3E}">
        <p14:creationId xmlns:p14="http://schemas.microsoft.com/office/powerpoint/2010/main" val="4117798493"/>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79322</TotalTime>
  <Words>873</Words>
  <Application>Microsoft Macintosh PowerPoint</Application>
  <PresentationFormat>ユーザー設定</PresentationFormat>
  <Paragraphs>277</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Arial</vt:lpstr>
      <vt:lpstr>Calibri</vt:lpstr>
      <vt:lpstr>Calibri Light</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松山 友宏</dc:creator>
  <cp:lastModifiedBy>戸田和子</cp:lastModifiedBy>
  <cp:revision>24</cp:revision>
  <dcterms:created xsi:type="dcterms:W3CDTF">2022-07-21T13:06:58Z</dcterms:created>
  <dcterms:modified xsi:type="dcterms:W3CDTF">2026-01-31T08:25:56Z</dcterms:modified>
</cp:coreProperties>
</file>